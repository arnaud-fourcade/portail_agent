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508" r:id="rId2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479F8-FF1D-B432-5703-240E843D8274}" v="18" dt="2025-10-28T16:21:02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URCADE Arnaud" userId="S::arnaud.fourcade@berger-levrault.com::efbed22c-c72a-4f61-8397-fa24f3f0dba5" providerId="AD" clId="Web-{A04479F8-FF1D-B432-5703-240E843D8274}"/>
    <pc:docChg chg="modSld">
      <pc:chgData name="FOURCADE Arnaud" userId="S::arnaud.fourcade@berger-levrault.com::efbed22c-c72a-4f61-8397-fa24f3f0dba5" providerId="AD" clId="Web-{A04479F8-FF1D-B432-5703-240E843D8274}" dt="2025-10-28T16:21:00.140" v="5" actId="20577"/>
      <pc:docMkLst>
        <pc:docMk/>
      </pc:docMkLst>
      <pc:sldChg chg="modSp">
        <pc:chgData name="FOURCADE Arnaud" userId="S::arnaud.fourcade@berger-levrault.com::efbed22c-c72a-4f61-8397-fa24f3f0dba5" providerId="AD" clId="Web-{A04479F8-FF1D-B432-5703-240E843D8274}" dt="2025-10-28T16:21:00.140" v="5" actId="20577"/>
        <pc:sldMkLst>
          <pc:docMk/>
          <pc:sldMk cId="4008063919" sldId="3508"/>
        </pc:sldMkLst>
        <pc:spChg chg="mod">
          <ac:chgData name="FOURCADE Arnaud" userId="S::arnaud.fourcade@berger-levrault.com::efbed22c-c72a-4f61-8397-fa24f3f0dba5" providerId="AD" clId="Web-{A04479F8-FF1D-B432-5703-240E843D8274}" dt="2025-10-28T16:20:57" v="4" actId="20577"/>
          <ac:spMkLst>
            <pc:docMk/>
            <pc:sldMk cId="4008063919" sldId="3508"/>
            <ac:spMk id="3" creationId="{E38F29E4-DFDB-56F9-661E-E62779F18D31}"/>
          </ac:spMkLst>
        </pc:spChg>
        <pc:spChg chg="mod">
          <ac:chgData name="FOURCADE Arnaud" userId="S::arnaud.fourcade@berger-levrault.com::efbed22c-c72a-4f61-8397-fa24f3f0dba5" providerId="AD" clId="Web-{A04479F8-FF1D-B432-5703-240E843D8274}" dt="2025-10-28T16:21:00.140" v="5" actId="20577"/>
          <ac:spMkLst>
            <pc:docMk/>
            <pc:sldMk cId="4008063919" sldId="3508"/>
            <ac:spMk id="8" creationId="{5740DFFE-A598-D94A-BF34-098979B9E238}"/>
          </ac:spMkLst>
        </pc:spChg>
        <pc:spChg chg="mod">
          <ac:chgData name="FOURCADE Arnaud" userId="S::arnaud.fourcade@berger-levrault.com::efbed22c-c72a-4f61-8397-fa24f3f0dba5" providerId="AD" clId="Web-{A04479F8-FF1D-B432-5703-240E843D8274}" dt="2025-10-28T16:20:46.593" v="1" actId="20577"/>
          <ac:spMkLst>
            <pc:docMk/>
            <pc:sldMk cId="4008063919" sldId="3508"/>
            <ac:spMk id="9" creationId="{BDDEA7F4-7184-49E0-72D3-7C45B93F8CA7}"/>
          </ac:spMkLst>
        </pc:spChg>
        <pc:spChg chg="mod">
          <ac:chgData name="FOURCADE Arnaud" userId="S::arnaud.fourcade@berger-levrault.com::efbed22c-c72a-4f61-8397-fa24f3f0dba5" providerId="AD" clId="Web-{A04479F8-FF1D-B432-5703-240E843D8274}" dt="2025-10-28T16:20:43.125" v="0" actId="20577"/>
          <ac:spMkLst>
            <pc:docMk/>
            <pc:sldMk cId="4008063919" sldId="3508"/>
            <ac:spMk id="23" creationId="{6FC54068-6A36-CAE9-F9BD-3E0D249CED6E}"/>
          </ac:spMkLst>
        </pc:spChg>
        <pc:spChg chg="mod">
          <ac:chgData name="FOURCADE Arnaud" userId="S::arnaud.fourcade@berger-levrault.com::efbed22c-c72a-4f61-8397-fa24f3f0dba5" providerId="AD" clId="Web-{A04479F8-FF1D-B432-5703-240E843D8274}" dt="2025-10-28T16:20:50.359" v="2" actId="20577"/>
          <ac:spMkLst>
            <pc:docMk/>
            <pc:sldMk cId="4008063919" sldId="3508"/>
            <ac:spMk id="27" creationId="{EB3A6B55-BA5E-1F6C-457A-76FDBD81BD6E}"/>
          </ac:spMkLst>
        </pc:spChg>
        <pc:spChg chg="mod">
          <ac:chgData name="FOURCADE Arnaud" userId="S::arnaud.fourcade@berger-levrault.com::efbed22c-c72a-4f61-8397-fa24f3f0dba5" providerId="AD" clId="Web-{A04479F8-FF1D-B432-5703-240E843D8274}" dt="2025-10-28T16:20:53.890" v="3" actId="20577"/>
          <ac:spMkLst>
            <pc:docMk/>
            <pc:sldMk cId="4008063919" sldId="3508"/>
            <ac:spMk id="31" creationId="{2D0D3C3B-2285-E1BA-7E76-DE462EA08B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30E78-C837-48F0-9DF5-2E3209B6B500}" type="datetimeFigureOut">
              <a:rPr lang="fr-FR" smtClean="0"/>
              <a:t>28/10/2025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ED28B-EB09-41C7-8AB1-DDF4542B02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42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/>
          <a:lstStyle>
            <a:lvl1pPr marL="152396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DDD4843D-C0CB-9500-7988-FD1E9922FFC4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0A4D691E-A2FB-7737-E0EE-BC2826808982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9049E841-C48A-D921-6070-67FAAC080C36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2186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76EAF9A0-339B-A87A-202C-6ECE97404EAE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531A5438-317F-1DF8-1B82-AAF5754DCDB1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77021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 - Comme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E684B16-7431-CD40-FD46-823237CCDF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 - Commer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1A86D19-C20D-605B-45A8-0DF0D7A04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1" y="12036"/>
            <a:ext cx="2611121" cy="471932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/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98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Conten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cxnSp>
        <p:nvCxnSpPr>
          <p:cNvPr id="17" name="Google Shape;105;p14">
            <a:extLst>
              <a:ext uri="{FF2B5EF4-FFF2-40B4-BE49-F238E27FC236}">
                <a16:creationId xmlns:a16="http://schemas.microsoft.com/office/drawing/2014/main" id="{2022662B-4754-8B73-1C8F-0BF99BE72C0F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3C733FBB-C644-5368-3DF1-5496E1C2FD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7" y="1466836"/>
            <a:ext cx="11424000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388550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5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2" name="Google Shape;105;p14">
            <a:extLst>
              <a:ext uri="{FF2B5EF4-FFF2-40B4-BE49-F238E27FC236}">
                <a16:creationId xmlns:a16="http://schemas.microsoft.com/office/drawing/2014/main" id="{FC8A5B8B-24C5-0723-45F8-DD148FA7EB43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4ADEC1B-9041-696E-2562-64ECAC99C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69D166F-B98C-E3A3-3163-2E28DAE54C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6198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422A9304-4865-D66A-23C9-1E70BC12DA21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1087999A-6182-A296-FA3A-DEC98240D6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2DEC2D02-3823-8E42-4ED0-C2386D5DD2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70658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E1F6EB1B-CF96-B001-FC90-537FD4A7E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pour une image  9">
            <a:extLst>
              <a:ext uri="{FF2B5EF4-FFF2-40B4-BE49-F238E27FC236}">
                <a16:creationId xmlns:a16="http://schemas.microsoft.com/office/drawing/2014/main" id="{F92B9B81-8B31-71C3-31BE-35FA8E141A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54444" y="1461851"/>
            <a:ext cx="5235389" cy="4415928"/>
          </a:xfrm>
          <a:prstGeom prst="round2DiagRect">
            <a:avLst>
              <a:gd name="adj1" fmla="val 16489"/>
              <a:gd name="adj2" fmla="val 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C3A3C731-C21A-4F91-D1EE-5B107F51B47D}"/>
              </a:ext>
            </a:extLst>
          </p:cNvPr>
          <p:cNvSpPr/>
          <p:nvPr userDrawn="1"/>
        </p:nvSpPr>
        <p:spPr>
          <a:xfrm>
            <a:off x="6267630" y="2201335"/>
            <a:ext cx="4772383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AAC1B041-B34F-049C-5E40-AE498FD68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7" name="Google Shape;105;p14">
            <a:extLst>
              <a:ext uri="{FF2B5EF4-FFF2-40B4-BE49-F238E27FC236}">
                <a16:creationId xmlns:a16="http://schemas.microsoft.com/office/drawing/2014/main" id="{B4464C49-C858-9D93-CC85-C8A8C59C3AF6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04633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FC903F4C-CE25-AA43-7F5B-B10DA975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7371F26D-54B3-BEFC-B731-300A8AF059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169" y="1461851"/>
            <a:ext cx="5235389" cy="4415928"/>
          </a:xfrm>
          <a:prstGeom prst="round2DiagRect">
            <a:avLst>
              <a:gd name="adj1" fmla="val 0"/>
              <a:gd name="adj2" fmla="val 20184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BDA2631C-CB01-7D48-45F5-BAF644486C8E}"/>
              </a:ext>
            </a:extLst>
          </p:cNvPr>
          <p:cNvSpPr/>
          <p:nvPr userDrawn="1"/>
        </p:nvSpPr>
        <p:spPr>
          <a:xfrm>
            <a:off x="814922" y="2201334"/>
            <a:ext cx="4730925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8" name="Titre 4">
            <a:extLst>
              <a:ext uri="{FF2B5EF4-FFF2-40B4-BE49-F238E27FC236}">
                <a16:creationId xmlns:a16="http://schemas.microsoft.com/office/drawing/2014/main" id="{B70D9433-7652-8C8F-D7F0-B67B0857D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9" name="Google Shape;105;p14">
            <a:extLst>
              <a:ext uri="{FF2B5EF4-FFF2-40B4-BE49-F238E27FC236}">
                <a16:creationId xmlns:a16="http://schemas.microsoft.com/office/drawing/2014/main" id="{F9954A2D-293E-F32B-7692-EB9274EF023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3939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43741A40-3153-D63A-429F-74A2A2531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D4BA9F6-7DF0-E593-F093-4D8FE780AA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11" name="Google Shape;289;p33">
            <a:extLst>
              <a:ext uri="{FF2B5EF4-FFF2-40B4-BE49-F238E27FC236}">
                <a16:creationId xmlns:a16="http://schemas.microsoft.com/office/drawing/2014/main" id="{324890EF-B0AB-AFBA-F916-27FEEB9B9CA5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3" name="Google Shape;81;p11">
            <a:extLst>
              <a:ext uri="{FF2B5EF4-FFF2-40B4-BE49-F238E27FC236}">
                <a16:creationId xmlns:a16="http://schemas.microsoft.com/office/drawing/2014/main" id="{89C78189-7C67-B303-CECD-8849FE344224}"/>
              </a:ext>
            </a:extLst>
          </p:cNvPr>
          <p:cNvCxnSpPr>
            <a:cxnSpLocks/>
          </p:cNvCxnSpPr>
          <p:nvPr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1853A5BE-B264-D031-8B8B-DA2EA55200F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43264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8FFA2257-0DBC-0983-1EC3-8694874C1DEC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A3279A8F-3F1B-EDCA-2579-95C1C17C01C1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91073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7544F876-C298-588B-00D0-1CBE98B416E1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5A454DDE-16FA-457D-AC55-B4585FBD8282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71494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3D021B58-A7A5-E980-8B83-F260FD140A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56575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17349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898930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05229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1075BB-F975-9DA3-7D70-55236BA999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41141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972701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s-titr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2273643"/>
            <a:ext cx="6861637" cy="9226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667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4" y="3429000"/>
            <a:ext cx="6861637" cy="120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467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ici pour ajouter une description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8981A3F-07F3-0978-4966-EE034B82817F}"/>
              </a:ext>
            </a:extLst>
          </p:cNvPr>
          <p:cNvCxnSpPr>
            <a:cxnSpLocks/>
          </p:cNvCxnSpPr>
          <p:nvPr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9A272341-9AEE-E66C-CF48-1E4244C8C903}"/>
              </a:ext>
            </a:extLst>
          </p:cNvPr>
          <p:cNvCxnSpPr>
            <a:cxnSpLocks/>
          </p:cNvCxnSpPr>
          <p:nvPr userDrawn="1"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6855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579">
          <p15:clr>
            <a:srgbClr val="FBAE40"/>
          </p15:clr>
        </p15:guide>
        <p15:guide id="4" pos="1292">
          <p15:clr>
            <a:srgbClr val="FBAE40"/>
          </p15:clr>
        </p15:guide>
        <p15:guide id="5" pos="45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BABF3385-03EC-16A4-0C90-D0524C706982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4528224-33AB-C570-B3E7-A84E579CCE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89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  <p15:guide id="5" orient="horz" pos="202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F93D43F3-A7C6-72B4-4F28-88FE6FD2DF69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CE94DEB1-3651-52D1-8CD1-E95174F892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4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E573864C-4C74-6798-5D57-6558A0C2246C}"/>
              </a:ext>
            </a:extLst>
          </p:cNvPr>
          <p:cNvSpPr/>
          <p:nvPr/>
        </p:nvSpPr>
        <p:spPr>
          <a:xfrm rot="10800000" flipH="1">
            <a:off x="-1" y="0"/>
            <a:ext cx="4514336" cy="3216000"/>
          </a:xfrm>
          <a:prstGeom prst="round1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+mj-lt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6E10775F-B488-AD15-EE9F-9DB5BE17634D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B1A8DF05-C976-7C14-0629-A98049F33CBA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06822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4B950082-FCE6-E17C-A545-F9FDCF96D199}"/>
              </a:ext>
            </a:extLst>
          </p:cNvPr>
          <p:cNvSpPr/>
          <p:nvPr/>
        </p:nvSpPr>
        <p:spPr>
          <a:xfrm rot="10800000" flipH="1">
            <a:off x="-1" y="-8736"/>
            <a:ext cx="4514336" cy="3216000"/>
          </a:xfrm>
          <a:prstGeom prst="round1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+mj-lt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18606B23-D218-D9F3-B687-E28AA7EB7D26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9BE3914D-5FD4-3692-1344-B9792B1C0976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70798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chiff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F0F6082-4DA8-F9B3-7474-7EE9B8B48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6C92C1C-C7A2-C100-A610-BDE39143A2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77;p11">
            <a:extLst>
              <a:ext uri="{FF2B5EF4-FFF2-40B4-BE49-F238E27FC236}">
                <a16:creationId xmlns:a16="http://schemas.microsoft.com/office/drawing/2014/main" id="{A6D599CC-5855-915E-0E86-6A04ACAD594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204600" y="3567557"/>
            <a:ext cx="7782800" cy="57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200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4" name="Google Shape;78;p11">
            <a:extLst>
              <a:ext uri="{FF2B5EF4-FFF2-40B4-BE49-F238E27FC236}">
                <a16:creationId xmlns:a16="http://schemas.microsoft.com/office/drawing/2014/main" id="{4EE18E53-AE75-5A35-C7F0-9C5F6D98915B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2204600" y="2382400"/>
            <a:ext cx="77828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64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5" name="Google Shape;81;p11">
            <a:extLst>
              <a:ext uri="{FF2B5EF4-FFF2-40B4-BE49-F238E27FC236}">
                <a16:creationId xmlns:a16="http://schemas.microsoft.com/office/drawing/2014/main" id="{20D0FC36-448A-1E1B-3F75-1F0FADFC27FD}"/>
              </a:ext>
            </a:extLst>
          </p:cNvPr>
          <p:cNvCxnSpPr>
            <a:cxnSpLocks/>
          </p:cNvCxnSpPr>
          <p:nvPr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BE401809-806B-D244-1EBB-640DC464C924}"/>
              </a:ext>
            </a:extLst>
          </p:cNvPr>
          <p:cNvCxnSpPr>
            <a:cxnSpLocks/>
          </p:cNvCxnSpPr>
          <p:nvPr userDrawn="1"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96954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0721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0719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3" name="Google Shape;778;p60">
            <a:extLst>
              <a:ext uri="{FF2B5EF4-FFF2-40B4-BE49-F238E27FC236}">
                <a16:creationId xmlns:a16="http://schemas.microsoft.com/office/drawing/2014/main" id="{992FE250-F95E-EA4B-1F09-71F7A276B2D4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4" name="Espace réservé pour une image  9">
            <a:extLst>
              <a:ext uri="{FF2B5EF4-FFF2-40B4-BE49-F238E27FC236}">
                <a16:creationId xmlns:a16="http://schemas.microsoft.com/office/drawing/2014/main" id="{E6232A5E-6DF7-C8B9-4AA9-F8071A3592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E4DD1586-61AE-EF7E-6E4F-5C559DC232E8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3C21A34C-E042-B4F9-A7B2-46FFFF2F06E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312B7B11-301E-9EC8-A834-76EB82FCC612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36113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7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9417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9415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Wingdings" panose="05000000000000000000" pitchFamily="2" charset="2"/>
              <a:buNone/>
              <a:tabLst/>
              <a:defRPr/>
            </a:pPr>
            <a:r>
              <a:rPr lang="fr-FR"/>
              <a:t>Cliquer pour ajouter un sous-titre</a:t>
            </a:r>
          </a:p>
        </p:txBody>
      </p:sp>
      <p:sp>
        <p:nvSpPr>
          <p:cNvPr id="9" name="Google Shape;778;p60">
            <a:extLst>
              <a:ext uri="{FF2B5EF4-FFF2-40B4-BE49-F238E27FC236}">
                <a16:creationId xmlns:a16="http://schemas.microsoft.com/office/drawing/2014/main" id="{EEEC2641-4E0F-1711-07B4-DA890D68F699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73F23D2A-A2CF-698A-D9A8-0468CFE2C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76E8A44-77C7-A34C-7F1F-D2C49AFDBA99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0C7A7CB7-DA5B-40CD-CC66-74D705725A7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D249E9DA-8C58-75C9-FC2C-310567D8D32C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25702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3" pos="537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72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83EC3BEA-E580-6B39-B726-A0CA47BC39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209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BFCA3FE-E190-6741-B846-3AACF89897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98842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FD3C2DE-C178-FAAF-399A-A27FD4FF50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6477" y="2316054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961E11EB-EDB8-475B-3FE7-209E72420D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14110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F26AA455-C1D1-5183-2C08-D2C1C22359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37410" y="2312573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8" name="Google Shape;289;p33">
            <a:extLst>
              <a:ext uri="{FF2B5EF4-FFF2-40B4-BE49-F238E27FC236}">
                <a16:creationId xmlns:a16="http://schemas.microsoft.com/office/drawing/2014/main" id="{FD3BC750-505E-8740-0FA2-EE42015A40FD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FE2B76C7-832C-97DD-2700-A3F45BD86D5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82723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vierg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2" name="Espace réservé pour une image  8">
            <a:extLst>
              <a:ext uri="{FF2B5EF4-FFF2-40B4-BE49-F238E27FC236}">
                <a16:creationId xmlns:a16="http://schemas.microsoft.com/office/drawing/2014/main" id="{26D924CC-C836-097D-7B59-468101E12C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98" y="0"/>
            <a:ext cx="4630057" cy="404593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3" name="Espace réservé pour une image  8">
            <a:extLst>
              <a:ext uri="{FF2B5EF4-FFF2-40B4-BE49-F238E27FC236}">
                <a16:creationId xmlns:a16="http://schemas.microsoft.com/office/drawing/2014/main" id="{63CB0B6F-EBE6-1C35-6911-DB489BC914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31751" y="3346293"/>
            <a:ext cx="3501095" cy="351170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4" name="Espace réservé pour une image  8">
            <a:extLst>
              <a:ext uri="{FF2B5EF4-FFF2-40B4-BE49-F238E27FC236}">
                <a16:creationId xmlns:a16="http://schemas.microsoft.com/office/drawing/2014/main" id="{F81ACFE5-133A-52DF-5187-1E33E77F98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7632" y="-1"/>
            <a:ext cx="4054369" cy="334629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234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3 images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65F06F7-BA09-4523-89C4-75BC7A8CF1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5125" y="1582886"/>
            <a:ext cx="2769619" cy="209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4398" y="2383245"/>
            <a:ext cx="2558079" cy="24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4820979" y="4506546"/>
            <a:ext cx="2624400" cy="12569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5D43C53E-000C-CD4C-4650-83411A614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8AD5DBFA-457B-1052-EE6F-C9E0E8DD8845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739030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cu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DB94326-C981-4376-8234-FE3F5FDF5A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539157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109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é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3B6071-3314-7121-4098-7E39686F44FD}"/>
              </a:ext>
            </a:extLst>
          </p:cNvPr>
          <p:cNvSpPr/>
          <p:nvPr userDrawn="1"/>
        </p:nvSpPr>
        <p:spPr>
          <a:xfrm>
            <a:off x="2949388" y="1667435"/>
            <a:ext cx="6320117" cy="3664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1069" y="1526385"/>
            <a:ext cx="6489863" cy="5331615"/>
          </a:xfrm>
          <a:prstGeom prst="rect">
            <a:avLst/>
          </a:prstGeom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6D3B8948-08E6-C298-5F5D-9C277FC46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CF13A35E-10AA-D1BC-D342-7BF1E1EE717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68140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in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805" y="1526385"/>
            <a:ext cx="5111609" cy="4199339"/>
          </a:xfrm>
          <a:prstGeom prst="rect">
            <a:avLst/>
          </a:prstGeom>
        </p:spPr>
      </p:pic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7534FC-E0EC-5AE9-CF36-DA1B44C4F6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9101" y="1659468"/>
            <a:ext cx="4804833" cy="273261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DB25C50B-FB1E-359A-CAF6-5A3A039898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05419391-079E-86F2-6308-948BB4F59048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3011D6B-4E50-0EED-5918-551E759A5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089725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inateur por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CD78BA8C-168B-05B3-E705-4EA542450C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7600" y="2042163"/>
            <a:ext cx="5364067" cy="3043443"/>
          </a:xfrm>
          <a:prstGeom prst="rect">
            <a:avLst/>
          </a:prstGeom>
        </p:spPr>
      </p:pic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7534FC-E0EC-5AE9-CF36-DA1B44C4F6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6899" y="2217896"/>
            <a:ext cx="4032000" cy="254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689FB824-1D15-5548-DBA8-3B75E1E5A7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870FA0E5-BC64-C825-EF63-98C6472F3021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948B392E-4542-A6A8-CFAF-3CF5B331D7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15320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BD0BFF44-D13E-7165-6D88-D6F20C9814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568182" y="1405314"/>
            <a:ext cx="3146957" cy="4366708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295A11B9-AE43-9209-B058-D433C60AB5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36654" y="2184261"/>
            <a:ext cx="4006477" cy="2809081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F4D28FE8-4B25-7473-B965-8AB6FCACE6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2C7E9C8D-C11A-CC1D-CE81-2A165B64D08F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DA606225-0F97-6770-E5A8-154170BE5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960491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e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6C17150-5E82-5084-A7AF-D6BBA27652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9921" y="1622787"/>
            <a:ext cx="2087175" cy="4143197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E7847F3C-66C7-C59A-9E11-D8345981D4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38565" y="1754524"/>
            <a:ext cx="1819835" cy="3878400"/>
          </a:xfrm>
          <a:prstGeom prst="roundRect">
            <a:avLst>
              <a:gd name="adj" fmla="val 8293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28AE959B-8180-DBA5-C0BC-FC8FE6481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161578B6-5BDB-7630-2F45-850D66BDB967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34CF844-CB43-4CF8-E1DD-F0AB482AD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229909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5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49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486581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7101612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6" name="Espace réservé pour une image  31">
            <a:extLst>
              <a:ext uri="{FF2B5EF4-FFF2-40B4-BE49-F238E27FC236}">
                <a16:creationId xmlns:a16="http://schemas.microsoft.com/office/drawing/2014/main" id="{1092C7FB-66C2-4A6C-BA8A-F55707C186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16643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7" name="Espace réservé pour une image  31">
            <a:extLst>
              <a:ext uri="{FF2B5EF4-FFF2-40B4-BE49-F238E27FC236}">
                <a16:creationId xmlns:a16="http://schemas.microsoft.com/office/drawing/2014/main" id="{294EF479-6FC8-4096-866A-867E4F2FE6D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331673" y="9645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49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486581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101612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1" name="Espace réservé pour une image  31">
            <a:extLst>
              <a:ext uri="{FF2B5EF4-FFF2-40B4-BE49-F238E27FC236}">
                <a16:creationId xmlns:a16="http://schemas.microsoft.com/office/drawing/2014/main" id="{A39ECB29-CFE5-4FD8-B1CB-3A8928F4E0A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716643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2" name="Espace réservé pour une image  31">
            <a:extLst>
              <a:ext uri="{FF2B5EF4-FFF2-40B4-BE49-F238E27FC236}">
                <a16:creationId xmlns:a16="http://schemas.microsoft.com/office/drawing/2014/main" id="{67CB1E45-2AF8-45E2-B294-FF0B11546B94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331673" y="25433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49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486581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101612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6" name="Espace réservé pour une image  31">
            <a:extLst>
              <a:ext uri="{FF2B5EF4-FFF2-40B4-BE49-F238E27FC236}">
                <a16:creationId xmlns:a16="http://schemas.microsoft.com/office/drawing/2014/main" id="{64FC5C8B-15E3-4B39-9330-1F73DDDBEF68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716643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7" name="Espace réservé pour une image  31">
            <a:extLst>
              <a:ext uri="{FF2B5EF4-FFF2-40B4-BE49-F238E27FC236}">
                <a16:creationId xmlns:a16="http://schemas.microsoft.com/office/drawing/2014/main" id="{67550772-A290-42F6-B24D-0091D04EF18A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0331673" y="409720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8272896"/>
      </p:ext>
    </p:extLst>
  </p:cSld>
  <p:clrMapOvr>
    <a:masterClrMapping/>
  </p:clrMapOvr>
  <p:transition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9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50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591439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311329" y="953777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50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91439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311329" y="253257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50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1439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311329" y="408641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1100133"/>
      </p:ext>
    </p:extLst>
  </p:cSld>
  <p:clrMapOvr>
    <a:masterClrMapping/>
  </p:clrMapOvr>
  <p:transition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3 logos clients + témoign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CF6979E1-CDFD-88AD-A995-7BDA71233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D99BF374-7EDF-CF2C-BF9B-8B1F3D6C66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5" name="Google Shape;289;p33">
            <a:extLst>
              <a:ext uri="{FF2B5EF4-FFF2-40B4-BE49-F238E27FC236}">
                <a16:creationId xmlns:a16="http://schemas.microsoft.com/office/drawing/2014/main" id="{6B8BEF06-F593-23E6-7293-AD5E6C2B7629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9F805E78-BADA-3F21-ECF5-1F9B68940CBD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81;p11">
            <a:extLst>
              <a:ext uri="{FF2B5EF4-FFF2-40B4-BE49-F238E27FC236}">
                <a16:creationId xmlns:a16="http://schemas.microsoft.com/office/drawing/2014/main" id="{738A39A3-E79B-ED5C-0642-4F730AAB1677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Espace réservé pour une image  31">
            <a:extLst>
              <a:ext uri="{FF2B5EF4-FFF2-40B4-BE49-F238E27FC236}">
                <a16:creationId xmlns:a16="http://schemas.microsoft.com/office/drawing/2014/main" id="{70A06FB6-1DC9-4A32-7C99-B564EC24CCB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3118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E30DAA2-2904-0557-840B-6C683D6DE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D81C02A8-38CD-86D6-EBF0-D3FD9746F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4131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8">
            <a:extLst>
              <a:ext uri="{FF2B5EF4-FFF2-40B4-BE49-F238E27FC236}">
                <a16:creationId xmlns:a16="http://schemas.microsoft.com/office/drawing/2014/main" id="{8B77503B-B88F-70F3-2EEB-455D09B100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4131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33" name="Straight Connector 9">
            <a:extLst>
              <a:ext uri="{FF2B5EF4-FFF2-40B4-BE49-F238E27FC236}">
                <a16:creationId xmlns:a16="http://schemas.microsoft.com/office/drawing/2014/main" id="{4D494471-14BE-2DD1-E6FA-3AF8A2ADB8E5}"/>
              </a:ext>
            </a:extLst>
          </p:cNvPr>
          <p:cNvCxnSpPr>
            <a:cxnSpLocks/>
          </p:cNvCxnSpPr>
          <p:nvPr userDrawn="1"/>
        </p:nvCxnSpPr>
        <p:spPr>
          <a:xfrm>
            <a:off x="1486168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88F81330-6C78-4E90-BC8A-2E63C1415566}"/>
              </a:ext>
            </a:extLst>
          </p:cNvPr>
          <p:cNvCxnSpPr>
            <a:cxnSpLocks/>
          </p:cNvCxnSpPr>
          <p:nvPr userDrawn="1"/>
        </p:nvCxnSpPr>
        <p:spPr>
          <a:xfrm>
            <a:off x="1486168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pour une image  31">
            <a:extLst>
              <a:ext uri="{FF2B5EF4-FFF2-40B4-BE49-F238E27FC236}">
                <a16:creationId xmlns:a16="http://schemas.microsoft.com/office/drawing/2014/main" id="{7F62027F-9439-806B-0691-5B0D7124C5F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361206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61" name="Espace réservé du texte 20">
            <a:extLst>
              <a:ext uri="{FF2B5EF4-FFF2-40B4-BE49-F238E27FC236}">
                <a16:creationId xmlns:a16="http://schemas.microsoft.com/office/drawing/2014/main" id="{3A7F9BA2-61E6-CCE4-B06C-9CBFA86043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1206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62" name="Espace réservé du texte 18">
            <a:extLst>
              <a:ext uri="{FF2B5EF4-FFF2-40B4-BE49-F238E27FC236}">
                <a16:creationId xmlns:a16="http://schemas.microsoft.com/office/drawing/2014/main" id="{BEE6E016-DB84-002B-C5DA-5A366828A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2219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3" name="Espace réservé du texte 18">
            <a:extLst>
              <a:ext uri="{FF2B5EF4-FFF2-40B4-BE49-F238E27FC236}">
                <a16:creationId xmlns:a16="http://schemas.microsoft.com/office/drawing/2014/main" id="{14C9F721-4F15-8AF0-E081-41BEE4F0FD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2219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70" name="Straight Connector 9">
            <a:extLst>
              <a:ext uri="{FF2B5EF4-FFF2-40B4-BE49-F238E27FC236}">
                <a16:creationId xmlns:a16="http://schemas.microsoft.com/office/drawing/2014/main" id="{BA2BCB20-4CD3-EF8C-76A0-9FDF206C1184}"/>
              </a:ext>
            </a:extLst>
          </p:cNvPr>
          <p:cNvCxnSpPr>
            <a:cxnSpLocks/>
          </p:cNvCxnSpPr>
          <p:nvPr userDrawn="1"/>
        </p:nvCxnSpPr>
        <p:spPr>
          <a:xfrm>
            <a:off x="5464256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9">
            <a:extLst>
              <a:ext uri="{FF2B5EF4-FFF2-40B4-BE49-F238E27FC236}">
                <a16:creationId xmlns:a16="http://schemas.microsoft.com/office/drawing/2014/main" id="{74FE83EF-91CD-301E-D929-63BED9148B21}"/>
              </a:ext>
            </a:extLst>
          </p:cNvPr>
          <p:cNvCxnSpPr>
            <a:cxnSpLocks/>
          </p:cNvCxnSpPr>
          <p:nvPr userDrawn="1"/>
        </p:nvCxnSpPr>
        <p:spPr>
          <a:xfrm>
            <a:off x="5464256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space réservé pour une image  31">
            <a:extLst>
              <a:ext uri="{FF2B5EF4-FFF2-40B4-BE49-F238E27FC236}">
                <a16:creationId xmlns:a16="http://schemas.microsoft.com/office/drawing/2014/main" id="{517A7085-ADEF-41CB-BB70-02192D881F6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38011" y="1794213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75" name="Espace réservé du texte 20">
            <a:extLst>
              <a:ext uri="{FF2B5EF4-FFF2-40B4-BE49-F238E27FC236}">
                <a16:creationId xmlns:a16="http://schemas.microsoft.com/office/drawing/2014/main" id="{357E3DD4-333E-7246-991A-082944164A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8011" y="3633664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76" name="Espace réservé du texte 18">
            <a:extLst>
              <a:ext uri="{FF2B5EF4-FFF2-40B4-BE49-F238E27FC236}">
                <a16:creationId xmlns:a16="http://schemas.microsoft.com/office/drawing/2014/main" id="{1DAE79B0-B7FF-759D-6AAA-0ECC151647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9024" y="1906027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77" name="Espace réservé du texte 18">
            <a:extLst>
              <a:ext uri="{FF2B5EF4-FFF2-40B4-BE49-F238E27FC236}">
                <a16:creationId xmlns:a16="http://schemas.microsoft.com/office/drawing/2014/main" id="{D410B861-0789-5609-8BE8-D91A847CCA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49024" y="2204567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84" name="Straight Connector 9">
            <a:extLst>
              <a:ext uri="{FF2B5EF4-FFF2-40B4-BE49-F238E27FC236}">
                <a16:creationId xmlns:a16="http://schemas.microsoft.com/office/drawing/2014/main" id="{132125A9-4E85-B9F3-E488-204057C1B794}"/>
              </a:ext>
            </a:extLst>
          </p:cNvPr>
          <p:cNvCxnSpPr>
            <a:cxnSpLocks/>
          </p:cNvCxnSpPr>
          <p:nvPr userDrawn="1"/>
        </p:nvCxnSpPr>
        <p:spPr>
          <a:xfrm>
            <a:off x="9441061" y="1794213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9">
            <a:extLst>
              <a:ext uri="{FF2B5EF4-FFF2-40B4-BE49-F238E27FC236}">
                <a16:creationId xmlns:a16="http://schemas.microsoft.com/office/drawing/2014/main" id="{5726ED3C-2EA8-2E0F-53C7-8D5A4DEA40EC}"/>
              </a:ext>
            </a:extLst>
          </p:cNvPr>
          <p:cNvCxnSpPr>
            <a:cxnSpLocks/>
          </p:cNvCxnSpPr>
          <p:nvPr userDrawn="1"/>
        </p:nvCxnSpPr>
        <p:spPr>
          <a:xfrm>
            <a:off x="9441061" y="2912627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788554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2A1EC753-3359-0A84-1DAE-FA451421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66184"/>
            <a:ext cx="10993967" cy="7536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Cliquer pour ajouter un titre</a:t>
            </a:r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2809F764-CF0F-208E-12BE-186C312BC6EE}"/>
              </a:ext>
            </a:extLst>
          </p:cNvPr>
          <p:cNvSpPr txBox="1"/>
          <p:nvPr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EC089C90-FCD6-B488-5562-53F47DF697FF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DB45906-4C87-C0D7-B350-F07AB8FA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00" y="1465747"/>
            <a:ext cx="11424000" cy="470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Google Shape;19;p3">
            <a:extLst>
              <a:ext uri="{FF2B5EF4-FFF2-40B4-BE49-F238E27FC236}">
                <a16:creationId xmlns:a16="http://schemas.microsoft.com/office/drawing/2014/main" id="{B4D41D98-7DD7-D2B0-DF0A-E0C43CD759D5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2A18002-AB67-E279-EAAA-A4221A0C3164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7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9" indent="-431989" algn="l" defTabSz="1219170" rtl="0" eaLnBrk="1" latinLnBrk="0" hangingPunct="1">
        <a:lnSpc>
          <a:spcPct val="90000"/>
        </a:lnSpc>
        <a:spcBef>
          <a:spcPts val="1333"/>
        </a:spcBef>
        <a:buClr>
          <a:schemeClr val="tx2"/>
        </a:buClr>
        <a:buSzPct val="110000"/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719982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75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tx2"/>
        </a:buClr>
        <a:buSzPct val="88000"/>
        <a:buFont typeface="Century Gothic" panose="020B0502020202020204" pitchFamily="34" charset="0"/>
        <a:buChar char="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43966" indent="-304792" algn="l" defTabSz="1219170" rtl="0" eaLnBrk="1" latinLnBrk="0" hangingPunct="1">
        <a:lnSpc>
          <a:spcPct val="90000"/>
        </a:lnSpc>
        <a:spcBef>
          <a:spcPts val="667"/>
        </a:spcBef>
        <a:buSzPct val="94000"/>
        <a:buFont typeface="Century Gothic" panose="020B0502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55959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>
          <p15:clr>
            <a:srgbClr val="F26B43"/>
          </p15:clr>
        </p15:guide>
        <p15:guide id="2" pos="181">
          <p15:clr>
            <a:srgbClr val="F26B43"/>
          </p15:clr>
        </p15:guide>
        <p15:guide id="3" orient="horz" pos="3049">
          <p15:clr>
            <a:srgbClr val="F26B43"/>
          </p15:clr>
        </p15:guide>
        <p15:guide id="4" pos="5579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385">
          <p15:clr>
            <a:srgbClr val="F26B43"/>
          </p15:clr>
        </p15:guide>
        <p15:guide id="8" pos="2880">
          <p15:clr>
            <a:srgbClr val="F26B43"/>
          </p15:clr>
        </p15:guide>
        <p15:guide id="9" orient="horz" pos="2913">
          <p15:clr>
            <a:srgbClr val="F26B43"/>
          </p15:clr>
        </p15:guide>
        <p15:guide id="10" pos="53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63">
            <a:extLst>
              <a:ext uri="{FF2B5EF4-FFF2-40B4-BE49-F238E27FC236}">
                <a16:creationId xmlns:a16="http://schemas.microsoft.com/office/drawing/2014/main" id="{50292931-C17C-11FB-B245-E4CDC1321587}"/>
              </a:ext>
            </a:extLst>
          </p:cNvPr>
          <p:cNvSpPr/>
          <p:nvPr/>
        </p:nvSpPr>
        <p:spPr>
          <a:xfrm>
            <a:off x="2165096" y="2659231"/>
            <a:ext cx="1224136" cy="12241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altLang="ko-KR" sz="2700" kern="0">
              <a:solidFill>
                <a:prstClr val="white"/>
              </a:solidFill>
              <a:latin typeface="Century Gothic" panose="020F0302020204030204"/>
              <a:ea typeface="맑은 고딕" panose="020B0503020000020004" pitchFamily="34" charset="-127"/>
              <a:sym typeface="Arial"/>
            </a:endParaRPr>
          </a:p>
        </p:txBody>
      </p:sp>
      <p:cxnSp>
        <p:nvCxnSpPr>
          <p:cNvPr id="6" name="Straight Arrow Connector 69">
            <a:extLst>
              <a:ext uri="{FF2B5EF4-FFF2-40B4-BE49-F238E27FC236}">
                <a16:creationId xmlns:a16="http://schemas.microsoft.com/office/drawing/2014/main" id="{3BF45F8E-7E89-3F99-9A25-5923F650001B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859917" y="3883367"/>
            <a:ext cx="14667" cy="516921"/>
          </a:xfrm>
          <a:prstGeom prst="straightConnector1">
            <a:avLst/>
          </a:prstGeom>
          <a:ln w="34925">
            <a:solidFill>
              <a:schemeClr val="bg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07A2AAB4-41D1-A9F1-6AAC-768061F17B4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3515" y="2968064"/>
            <a:ext cx="220611" cy="220611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5740DFFE-A598-D94A-BF34-098979B9E238}"/>
              </a:ext>
            </a:extLst>
          </p:cNvPr>
          <p:cNvSpPr txBox="1"/>
          <p:nvPr/>
        </p:nvSpPr>
        <p:spPr>
          <a:xfrm>
            <a:off x="693468" y="4614698"/>
            <a:ext cx="357790" cy="461665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FR" sz="2400" b="1">
                <a:solidFill>
                  <a:srgbClr val="000000"/>
                </a:solidFill>
                <a:latin typeface="Century Gothic" panose="020F0302020204030204"/>
                <a:sym typeface="Arial"/>
              </a:rPr>
              <a:t>1</a:t>
            </a:r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EA7F4-7184-49E0-72D3-7C45B93F8CA7}"/>
              </a:ext>
            </a:extLst>
          </p:cNvPr>
          <p:cNvSpPr txBox="1"/>
          <p:nvPr/>
        </p:nvSpPr>
        <p:spPr>
          <a:xfrm>
            <a:off x="2598268" y="1620730"/>
            <a:ext cx="357790" cy="461665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FR" sz="2400" b="1">
                <a:solidFill>
                  <a:srgbClr val="000000"/>
                </a:solidFill>
                <a:latin typeface="Century Gothic" panose="020F0302020204030204"/>
                <a:sym typeface="Arial"/>
              </a:rPr>
              <a:t>2</a:t>
            </a:r>
            <a:endParaRPr lang="fr-FR"/>
          </a:p>
        </p:txBody>
      </p:sp>
      <p:sp>
        <p:nvSpPr>
          <p:cNvPr id="10" name="Oval 63">
            <a:extLst>
              <a:ext uri="{FF2B5EF4-FFF2-40B4-BE49-F238E27FC236}">
                <a16:creationId xmlns:a16="http://schemas.microsoft.com/office/drawing/2014/main" id="{8C1164BB-510E-C2A6-2F3D-02F1A568C524}"/>
              </a:ext>
            </a:extLst>
          </p:cNvPr>
          <p:cNvSpPr/>
          <p:nvPr/>
        </p:nvSpPr>
        <p:spPr>
          <a:xfrm>
            <a:off x="262516" y="2659231"/>
            <a:ext cx="1224136" cy="12241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altLang="ko-KR" sz="2700" kern="0">
              <a:solidFill>
                <a:prstClr val="white"/>
              </a:solidFill>
              <a:latin typeface="Century Gothic" panose="020F0302020204030204"/>
              <a:ea typeface="맑은 고딕" panose="020B0503020000020004" pitchFamily="34" charset="-127"/>
              <a:sym typeface="Arial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C9942B7-58BA-F4D5-29F3-F3E01DF74C8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380" y="3009699"/>
            <a:ext cx="178976" cy="1789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287DFBA-434D-3B92-1DA1-205BF11AE42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86" y="3009700"/>
            <a:ext cx="182129" cy="1821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063D9B2-885F-B031-4AAF-0F6CC8396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38" y="3037068"/>
            <a:ext cx="561816" cy="56181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ED7B3D4-EDBB-5645-9B03-0799CE2D6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912" y="2936769"/>
            <a:ext cx="561816" cy="515139"/>
          </a:xfrm>
          <a:prstGeom prst="rect">
            <a:avLst/>
          </a:prstGeom>
        </p:spPr>
      </p:pic>
      <p:cxnSp>
        <p:nvCxnSpPr>
          <p:cNvPr id="15" name="Straight Arrow Connector 69">
            <a:extLst>
              <a:ext uri="{FF2B5EF4-FFF2-40B4-BE49-F238E27FC236}">
                <a16:creationId xmlns:a16="http://schemas.microsoft.com/office/drawing/2014/main" id="{13C5A9D2-F914-79E1-1195-7AB92AF703E6}"/>
              </a:ext>
            </a:extLst>
          </p:cNvPr>
          <p:cNvCxnSpPr>
            <a:cxnSpLocks/>
          </p:cNvCxnSpPr>
          <p:nvPr/>
        </p:nvCxnSpPr>
        <p:spPr>
          <a:xfrm flipV="1">
            <a:off x="2777163" y="2230975"/>
            <a:ext cx="0" cy="610836"/>
          </a:xfrm>
          <a:prstGeom prst="straightConnector1">
            <a:avLst/>
          </a:prstGeom>
          <a:ln w="34925">
            <a:solidFill>
              <a:schemeClr val="bg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1">
            <a:extLst>
              <a:ext uri="{FF2B5EF4-FFF2-40B4-BE49-F238E27FC236}">
                <a16:creationId xmlns:a16="http://schemas.microsoft.com/office/drawing/2014/main" id="{6DD577F3-9DFD-A190-1102-D247B75F1D77}"/>
              </a:ext>
            </a:extLst>
          </p:cNvPr>
          <p:cNvSpPr txBox="1"/>
          <p:nvPr/>
        </p:nvSpPr>
        <p:spPr>
          <a:xfrm>
            <a:off x="59754" y="5248209"/>
            <a:ext cx="2593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6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Commande</a:t>
            </a:r>
            <a:endParaRPr lang="fr-FR" sz="900" b="1" kern="0">
              <a:solidFill>
                <a:prstClr val="white"/>
              </a:solidFill>
              <a:latin typeface="Century Gothic" panose="020F0302020204030204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fr-FR" sz="4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 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Saisie Navision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Devis signé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Déclaration référent administratif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Commande pack lancée</a:t>
            </a:r>
          </a:p>
        </p:txBody>
      </p:sp>
      <p:sp>
        <p:nvSpPr>
          <p:cNvPr id="21" name="TextBox 61">
            <a:extLst>
              <a:ext uri="{FF2B5EF4-FFF2-40B4-BE49-F238E27FC236}">
                <a16:creationId xmlns:a16="http://schemas.microsoft.com/office/drawing/2014/main" id="{18669DE2-E272-4B4F-8B76-274104459D13}"/>
              </a:ext>
            </a:extLst>
          </p:cNvPr>
          <p:cNvSpPr txBox="1"/>
          <p:nvPr/>
        </p:nvSpPr>
        <p:spPr>
          <a:xfrm>
            <a:off x="1796279" y="97528"/>
            <a:ext cx="259364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6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Autonomie</a:t>
            </a:r>
            <a:endParaRPr lang="fr-FR" sz="900" b="1" kern="0">
              <a:solidFill>
                <a:prstClr val="white"/>
              </a:solidFill>
              <a:latin typeface="Century Gothic" panose="020F0302020204030204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fr-FR" sz="4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 </a:t>
            </a:r>
          </a:p>
          <a:p>
            <a:pPr algn="just"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Envoi confirmation + guide</a:t>
            </a:r>
          </a:p>
          <a:p>
            <a:pPr algn="just"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Planification parcours digital auto</a:t>
            </a:r>
          </a:p>
          <a:p>
            <a:pPr algn="just"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Création compte référent</a:t>
            </a:r>
          </a:p>
        </p:txBody>
      </p:sp>
      <p:cxnSp>
        <p:nvCxnSpPr>
          <p:cNvPr id="2" name="Straight Arrow Connector 69">
            <a:extLst>
              <a:ext uri="{FF2B5EF4-FFF2-40B4-BE49-F238E27FC236}">
                <a16:creationId xmlns:a16="http://schemas.microsoft.com/office/drawing/2014/main" id="{EFA1AB40-378E-136D-A017-6D4B10FCF748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932194" y="3920426"/>
            <a:ext cx="14667" cy="516921"/>
          </a:xfrm>
          <a:prstGeom prst="straightConnector1">
            <a:avLst/>
          </a:prstGeom>
          <a:ln w="34925">
            <a:solidFill>
              <a:schemeClr val="bg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>
            <a:extLst>
              <a:ext uri="{FF2B5EF4-FFF2-40B4-BE49-F238E27FC236}">
                <a16:creationId xmlns:a16="http://schemas.microsoft.com/office/drawing/2014/main" id="{E38F29E4-DFDB-56F9-661E-E62779F18D31}"/>
              </a:ext>
            </a:extLst>
          </p:cNvPr>
          <p:cNvSpPr txBox="1"/>
          <p:nvPr/>
        </p:nvSpPr>
        <p:spPr>
          <a:xfrm>
            <a:off x="4765745" y="4651757"/>
            <a:ext cx="357791" cy="461665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FR" sz="2400" b="1">
                <a:solidFill>
                  <a:srgbClr val="000000"/>
                </a:solidFill>
                <a:latin typeface="Century Gothic" panose="020F0302020204030204"/>
                <a:sym typeface="Arial"/>
              </a:rPr>
              <a:t>3</a:t>
            </a:r>
            <a:endParaRPr lang="fr-FR"/>
          </a:p>
        </p:txBody>
      </p:sp>
      <p:sp>
        <p:nvSpPr>
          <p:cNvPr id="4" name="Oval 63">
            <a:extLst>
              <a:ext uri="{FF2B5EF4-FFF2-40B4-BE49-F238E27FC236}">
                <a16:creationId xmlns:a16="http://schemas.microsoft.com/office/drawing/2014/main" id="{DB74A924-E75D-528E-CF8B-415ACD4E607C}"/>
              </a:ext>
            </a:extLst>
          </p:cNvPr>
          <p:cNvSpPr/>
          <p:nvPr/>
        </p:nvSpPr>
        <p:spPr>
          <a:xfrm>
            <a:off x="4334793" y="2696290"/>
            <a:ext cx="1224136" cy="12241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altLang="ko-KR" sz="2700" kern="0">
              <a:solidFill>
                <a:prstClr val="white"/>
              </a:solidFill>
              <a:latin typeface="Century Gothic" panose="020F0302020204030204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22" name="Oval 63">
            <a:extLst>
              <a:ext uri="{FF2B5EF4-FFF2-40B4-BE49-F238E27FC236}">
                <a16:creationId xmlns:a16="http://schemas.microsoft.com/office/drawing/2014/main" id="{EE57E051-BF44-E842-1046-E22BD6A058A3}"/>
              </a:ext>
            </a:extLst>
          </p:cNvPr>
          <p:cNvSpPr/>
          <p:nvPr/>
        </p:nvSpPr>
        <p:spPr>
          <a:xfrm>
            <a:off x="6593182" y="2506094"/>
            <a:ext cx="1224136" cy="12241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altLang="ko-KR" sz="2700" kern="0">
              <a:solidFill>
                <a:prstClr val="white"/>
              </a:solidFill>
              <a:latin typeface="Century Gothic" panose="020F0302020204030204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6FC54068-6A36-CAE9-F9BD-3E0D249CED6E}"/>
              </a:ext>
            </a:extLst>
          </p:cNvPr>
          <p:cNvSpPr txBox="1"/>
          <p:nvPr/>
        </p:nvSpPr>
        <p:spPr>
          <a:xfrm>
            <a:off x="6971228" y="1565933"/>
            <a:ext cx="357790" cy="461665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FR" sz="2400" b="1">
                <a:solidFill>
                  <a:srgbClr val="000000"/>
                </a:solidFill>
                <a:latin typeface="Century Gothic" panose="020F0302020204030204"/>
                <a:sym typeface="Arial"/>
              </a:rPr>
              <a:t>4</a:t>
            </a:r>
            <a:endParaRPr lang="fr-FR"/>
          </a:p>
        </p:txBody>
      </p:sp>
      <p:cxnSp>
        <p:nvCxnSpPr>
          <p:cNvPr id="25" name="Straight Arrow Connector 69">
            <a:extLst>
              <a:ext uri="{FF2B5EF4-FFF2-40B4-BE49-F238E27FC236}">
                <a16:creationId xmlns:a16="http://schemas.microsoft.com/office/drawing/2014/main" id="{922DCC6B-773B-4C44-2EB2-BCB19DEE3B0D}"/>
              </a:ext>
            </a:extLst>
          </p:cNvPr>
          <p:cNvCxnSpPr>
            <a:cxnSpLocks/>
          </p:cNvCxnSpPr>
          <p:nvPr/>
        </p:nvCxnSpPr>
        <p:spPr>
          <a:xfrm flipV="1">
            <a:off x="7116558" y="2135706"/>
            <a:ext cx="0" cy="610836"/>
          </a:xfrm>
          <a:prstGeom prst="straightConnector1">
            <a:avLst/>
          </a:prstGeom>
          <a:ln w="34925">
            <a:solidFill>
              <a:schemeClr val="bg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63">
            <a:extLst>
              <a:ext uri="{FF2B5EF4-FFF2-40B4-BE49-F238E27FC236}">
                <a16:creationId xmlns:a16="http://schemas.microsoft.com/office/drawing/2014/main" id="{538FD0BD-8231-0E49-3463-4EDB62B53066}"/>
              </a:ext>
            </a:extLst>
          </p:cNvPr>
          <p:cNvSpPr/>
          <p:nvPr/>
        </p:nvSpPr>
        <p:spPr>
          <a:xfrm>
            <a:off x="10732123" y="2616500"/>
            <a:ext cx="1224136" cy="12241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altLang="ko-KR" sz="2700" kern="0">
              <a:solidFill>
                <a:prstClr val="white"/>
              </a:solidFill>
              <a:latin typeface="Century Gothic" panose="020F0302020204030204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EB3A6B55-BA5E-1F6C-457A-76FDBD81BD6E}"/>
              </a:ext>
            </a:extLst>
          </p:cNvPr>
          <p:cNvSpPr txBox="1"/>
          <p:nvPr/>
        </p:nvSpPr>
        <p:spPr>
          <a:xfrm>
            <a:off x="11165296" y="1475209"/>
            <a:ext cx="357790" cy="461665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FR" sz="2400" b="1">
                <a:solidFill>
                  <a:srgbClr val="000000"/>
                </a:solidFill>
                <a:latin typeface="Century Gothic" panose="020F0302020204030204"/>
                <a:sym typeface="Arial"/>
              </a:rPr>
              <a:t>6</a:t>
            </a:r>
            <a:endParaRPr lang="fr-FR"/>
          </a:p>
        </p:txBody>
      </p:sp>
      <p:cxnSp>
        <p:nvCxnSpPr>
          <p:cNvPr id="29" name="Straight Arrow Connector 69">
            <a:extLst>
              <a:ext uri="{FF2B5EF4-FFF2-40B4-BE49-F238E27FC236}">
                <a16:creationId xmlns:a16="http://schemas.microsoft.com/office/drawing/2014/main" id="{80099726-E76D-2169-EBC5-E950F5D49080}"/>
              </a:ext>
            </a:extLst>
          </p:cNvPr>
          <p:cNvCxnSpPr>
            <a:cxnSpLocks/>
          </p:cNvCxnSpPr>
          <p:nvPr/>
        </p:nvCxnSpPr>
        <p:spPr>
          <a:xfrm flipV="1">
            <a:off x="11344191" y="2085454"/>
            <a:ext cx="0" cy="610836"/>
          </a:xfrm>
          <a:prstGeom prst="straightConnector1">
            <a:avLst/>
          </a:prstGeom>
          <a:ln w="34925">
            <a:solidFill>
              <a:schemeClr val="bg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69">
            <a:extLst>
              <a:ext uri="{FF2B5EF4-FFF2-40B4-BE49-F238E27FC236}">
                <a16:creationId xmlns:a16="http://schemas.microsoft.com/office/drawing/2014/main" id="{6ACA0D0A-6906-69BB-9BB3-4B2A08A626C8}"/>
              </a:ext>
            </a:extLst>
          </p:cNvPr>
          <p:cNvCxnSpPr>
            <a:cxnSpLocks/>
            <a:stCxn id="32" idx="4"/>
          </p:cNvCxnSpPr>
          <p:nvPr/>
        </p:nvCxnSpPr>
        <p:spPr>
          <a:xfrm flipH="1">
            <a:off x="9126262" y="3854898"/>
            <a:ext cx="14667" cy="516921"/>
          </a:xfrm>
          <a:prstGeom prst="straightConnector1">
            <a:avLst/>
          </a:prstGeom>
          <a:ln w="34925">
            <a:solidFill>
              <a:schemeClr val="bg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8">
            <a:extLst>
              <a:ext uri="{FF2B5EF4-FFF2-40B4-BE49-F238E27FC236}">
                <a16:creationId xmlns:a16="http://schemas.microsoft.com/office/drawing/2014/main" id="{2D0D3C3B-2285-E1BA-7E76-DE462EA08B2E}"/>
              </a:ext>
            </a:extLst>
          </p:cNvPr>
          <p:cNvSpPr txBox="1"/>
          <p:nvPr/>
        </p:nvSpPr>
        <p:spPr>
          <a:xfrm>
            <a:off x="8959813" y="4586229"/>
            <a:ext cx="357791" cy="461665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FR" sz="2400" b="1">
                <a:solidFill>
                  <a:srgbClr val="000000"/>
                </a:solidFill>
                <a:latin typeface="Century Gothic" panose="020F0302020204030204"/>
                <a:sym typeface="Arial"/>
              </a:rPr>
              <a:t>5</a:t>
            </a:r>
            <a:endParaRPr lang="fr-FR"/>
          </a:p>
        </p:txBody>
      </p:sp>
      <p:sp>
        <p:nvSpPr>
          <p:cNvPr id="32" name="Oval 63">
            <a:extLst>
              <a:ext uri="{FF2B5EF4-FFF2-40B4-BE49-F238E27FC236}">
                <a16:creationId xmlns:a16="http://schemas.microsoft.com/office/drawing/2014/main" id="{6734A37C-AF61-E6C8-F30C-C87D544D52C4}"/>
              </a:ext>
            </a:extLst>
          </p:cNvPr>
          <p:cNvSpPr/>
          <p:nvPr/>
        </p:nvSpPr>
        <p:spPr>
          <a:xfrm>
            <a:off x="8528861" y="2630762"/>
            <a:ext cx="1224136" cy="12241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altLang="ko-KR" sz="2700" kern="0">
              <a:solidFill>
                <a:prstClr val="white"/>
              </a:solidFill>
              <a:latin typeface="Century Gothic" panose="020F0302020204030204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33" name="TextBox 61">
            <a:extLst>
              <a:ext uri="{FF2B5EF4-FFF2-40B4-BE49-F238E27FC236}">
                <a16:creationId xmlns:a16="http://schemas.microsoft.com/office/drawing/2014/main" id="{B339BFD8-0476-8C61-05BD-0683A3CBC7E9}"/>
              </a:ext>
            </a:extLst>
          </p:cNvPr>
          <p:cNvSpPr txBox="1"/>
          <p:nvPr/>
        </p:nvSpPr>
        <p:spPr>
          <a:xfrm>
            <a:off x="3937725" y="5248209"/>
            <a:ext cx="259364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6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Planification Migration</a:t>
            </a:r>
            <a:endParaRPr lang="fr-FR" sz="900" b="1" kern="0">
              <a:solidFill>
                <a:prstClr val="white"/>
              </a:solidFill>
              <a:latin typeface="Century Gothic" panose="020F0302020204030204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fr-FR" sz="4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 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Planification en auto du calendrier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Listing des utilisateurs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Inscription parcours digital</a:t>
            </a:r>
          </a:p>
        </p:txBody>
      </p:sp>
      <p:sp>
        <p:nvSpPr>
          <p:cNvPr id="34" name="TextBox 61">
            <a:extLst>
              <a:ext uri="{FF2B5EF4-FFF2-40B4-BE49-F238E27FC236}">
                <a16:creationId xmlns:a16="http://schemas.microsoft.com/office/drawing/2014/main" id="{E447CFCF-6C85-F53A-C64C-DAE4D61D803E}"/>
              </a:ext>
            </a:extLst>
          </p:cNvPr>
          <p:cNvSpPr txBox="1"/>
          <p:nvPr/>
        </p:nvSpPr>
        <p:spPr>
          <a:xfrm>
            <a:off x="7884568" y="5226914"/>
            <a:ext cx="259364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6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Démat</a:t>
            </a:r>
            <a:endParaRPr lang="fr-FR" sz="900" b="1" kern="0">
              <a:solidFill>
                <a:prstClr val="white"/>
              </a:solidFill>
              <a:latin typeface="Century Gothic" panose="020F0302020204030204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fr-FR" sz="4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 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Mise en service : 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- parapheur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- Différents connecteurs</a:t>
            </a:r>
          </a:p>
        </p:txBody>
      </p:sp>
      <p:sp>
        <p:nvSpPr>
          <p:cNvPr id="35" name="TextBox 61">
            <a:extLst>
              <a:ext uri="{FF2B5EF4-FFF2-40B4-BE49-F238E27FC236}">
                <a16:creationId xmlns:a16="http://schemas.microsoft.com/office/drawing/2014/main" id="{184D9B79-3FFF-1BCE-58E5-3A4895BDBF27}"/>
              </a:ext>
            </a:extLst>
          </p:cNvPr>
          <p:cNvSpPr txBox="1"/>
          <p:nvPr/>
        </p:nvSpPr>
        <p:spPr>
          <a:xfrm>
            <a:off x="5874864" y="59437"/>
            <a:ext cx="314007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6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Mise en service</a:t>
            </a:r>
            <a:endParaRPr lang="fr-FR" sz="900" b="1" kern="0">
              <a:solidFill>
                <a:prstClr val="white"/>
              </a:solidFill>
              <a:latin typeface="Century Gothic" panose="020F0302020204030204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fr-FR" sz="4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 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Ouverture compte WE / </a:t>
            </a:r>
            <a:r>
              <a:rPr lang="fr-FR" sz="1100" kern="0">
                <a:solidFill>
                  <a:schemeClr val="bg2"/>
                </a:solidFill>
                <a:cs typeface="Arial"/>
                <a:sym typeface="Arial"/>
              </a:rPr>
              <a:t>OT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Création utilisateurs / </a:t>
            </a:r>
            <a:r>
              <a:rPr lang="fr-FR" sz="1100" kern="0">
                <a:solidFill>
                  <a:schemeClr val="bg2"/>
                </a:solidFill>
                <a:cs typeface="Arial"/>
                <a:sym typeface="Arial"/>
              </a:rPr>
              <a:t>OT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Déploiement application / </a:t>
            </a:r>
            <a:r>
              <a:rPr lang="fr-FR" sz="1100" kern="0">
                <a:solidFill>
                  <a:schemeClr val="bg2"/>
                </a:solidFill>
                <a:cs typeface="Arial"/>
                <a:sym typeface="Arial"/>
              </a:rPr>
              <a:t>OT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Récup des bases + Migration / </a:t>
            </a:r>
            <a:r>
              <a:rPr lang="fr-FR" sz="1100" kern="0">
                <a:solidFill>
                  <a:schemeClr val="bg2"/>
                </a:solidFill>
                <a:cs typeface="Arial"/>
                <a:sym typeface="Arial"/>
              </a:rPr>
              <a:t>Mig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Import </a:t>
            </a:r>
            <a:r>
              <a:rPr lang="fr-FR" sz="1100" kern="0" err="1">
                <a:solidFill>
                  <a:schemeClr val="bg1"/>
                </a:solidFill>
                <a:cs typeface="Arial"/>
                <a:sym typeface="Arial"/>
              </a:rPr>
              <a:t>bdd</a:t>
            </a: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 / </a:t>
            </a:r>
            <a:r>
              <a:rPr lang="fr-FR" sz="1100" kern="0">
                <a:solidFill>
                  <a:schemeClr val="bg2"/>
                </a:solidFill>
                <a:cs typeface="Arial"/>
                <a:sym typeface="Arial"/>
              </a:rPr>
              <a:t>OT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Paramétrage </a:t>
            </a:r>
            <a:r>
              <a:rPr lang="fr-FR" sz="1100" kern="0" err="1">
                <a:solidFill>
                  <a:schemeClr val="bg1"/>
                </a:solidFill>
                <a:cs typeface="Arial"/>
                <a:sym typeface="Arial"/>
              </a:rPr>
              <a:t>WeGF</a:t>
            </a: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, paie et Exchange / </a:t>
            </a:r>
            <a:r>
              <a:rPr lang="fr-FR" sz="1100" kern="0">
                <a:solidFill>
                  <a:schemeClr val="bg2"/>
                </a:solidFill>
                <a:cs typeface="Arial"/>
                <a:sym typeface="Arial"/>
              </a:rPr>
              <a:t>OT</a:t>
            </a:r>
          </a:p>
        </p:txBody>
      </p:sp>
      <p:sp>
        <p:nvSpPr>
          <p:cNvPr id="36" name="TextBox 61">
            <a:extLst>
              <a:ext uri="{FF2B5EF4-FFF2-40B4-BE49-F238E27FC236}">
                <a16:creationId xmlns:a16="http://schemas.microsoft.com/office/drawing/2014/main" id="{AB5D2C80-E1A8-924D-C296-2625C207BE87}"/>
              </a:ext>
            </a:extLst>
          </p:cNvPr>
          <p:cNvSpPr txBox="1"/>
          <p:nvPr/>
        </p:nvSpPr>
        <p:spPr>
          <a:xfrm>
            <a:off x="9678237" y="59437"/>
            <a:ext cx="25936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6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Livraison</a:t>
            </a:r>
            <a:endParaRPr lang="fr-FR" sz="900" b="1" kern="0">
              <a:solidFill>
                <a:prstClr val="white"/>
              </a:solidFill>
              <a:latin typeface="Century Gothic" panose="020F0302020204030204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fr-FR" sz="400" b="1" kern="0">
                <a:solidFill>
                  <a:prstClr val="white"/>
                </a:solidFill>
                <a:latin typeface="Century Gothic" panose="020F0302020204030204"/>
                <a:cs typeface="Arial"/>
                <a:sym typeface="Arial"/>
              </a:rPr>
              <a:t> 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Livraison finale des mises en service</a:t>
            </a:r>
            <a:br>
              <a:rPr lang="fr-FR" sz="1100" kern="0">
                <a:solidFill>
                  <a:schemeClr val="bg1"/>
                </a:solidFill>
                <a:cs typeface="Arial"/>
                <a:sym typeface="Arial"/>
              </a:rPr>
            </a:br>
            <a:r>
              <a:rPr lang="fr-FR" sz="1100" kern="0">
                <a:solidFill>
                  <a:schemeClr val="bg1"/>
                </a:solidFill>
                <a:cs typeface="Arial"/>
                <a:sym typeface="Arial"/>
              </a:rPr>
              <a:t>Formation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B8595A7-1BAF-9B25-4341-E930A44B6C4A}"/>
              </a:ext>
            </a:extLst>
          </p:cNvPr>
          <p:cNvSpPr txBox="1"/>
          <p:nvPr/>
        </p:nvSpPr>
        <p:spPr>
          <a:xfrm>
            <a:off x="4487214" y="2209928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rgbClr val="FFC000"/>
                </a:solidFill>
              </a:rPr>
              <a:t>Client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1A71C78-1452-6BAC-8574-0E3E9D4387E2}"/>
              </a:ext>
            </a:extLst>
          </p:cNvPr>
          <p:cNvSpPr txBox="1"/>
          <p:nvPr/>
        </p:nvSpPr>
        <p:spPr>
          <a:xfrm>
            <a:off x="8859071" y="2135706"/>
            <a:ext cx="534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rgbClr val="FFC000"/>
                </a:solidFill>
              </a:rPr>
              <a:t>FSI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EAA5154-D159-E38E-9517-ACAD51B19E69}"/>
              </a:ext>
            </a:extLst>
          </p:cNvPr>
          <p:cNvSpPr txBox="1"/>
          <p:nvPr/>
        </p:nvSpPr>
        <p:spPr>
          <a:xfrm>
            <a:off x="10904561" y="3883367"/>
            <a:ext cx="87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bg2"/>
                </a:solidFill>
              </a:rPr>
              <a:t>PROX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75450C9-A46A-9264-5B28-57E21CDA9256}"/>
              </a:ext>
            </a:extLst>
          </p:cNvPr>
          <p:cNvSpPr txBox="1"/>
          <p:nvPr/>
        </p:nvSpPr>
        <p:spPr>
          <a:xfrm>
            <a:off x="2290961" y="3928692"/>
            <a:ext cx="1534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bg2"/>
                </a:solidFill>
              </a:rPr>
              <a:t>Client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A2F9041-494D-A730-CB1E-A57D8F6F0C13}"/>
              </a:ext>
            </a:extLst>
          </p:cNvPr>
          <p:cNvSpPr txBox="1"/>
          <p:nvPr/>
        </p:nvSpPr>
        <p:spPr>
          <a:xfrm>
            <a:off x="169799" y="2159317"/>
            <a:ext cx="1534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rgbClr val="FFC000"/>
                </a:solidFill>
              </a:rPr>
              <a:t>Commerce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D3697E0-FABD-9FB0-BF6B-0633E31AA6DF}"/>
              </a:ext>
            </a:extLst>
          </p:cNvPr>
          <p:cNvSpPr txBox="1"/>
          <p:nvPr/>
        </p:nvSpPr>
        <p:spPr>
          <a:xfrm>
            <a:off x="6600507" y="3951905"/>
            <a:ext cx="116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bg2"/>
                </a:solidFill>
              </a:rPr>
              <a:t>OT/MIG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5F543E-1BB5-5ECC-58A0-96AE5ADD8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362" y="2987234"/>
            <a:ext cx="562458" cy="56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45FB05F5-2D5C-FDEB-6FDF-D1C667985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397" y="3071345"/>
            <a:ext cx="561816" cy="51513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0B2006-7974-8046-94A8-73F7AA6B3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372" y="3094215"/>
            <a:ext cx="244573" cy="24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orme libre : forme 43">
            <a:extLst>
              <a:ext uri="{FF2B5EF4-FFF2-40B4-BE49-F238E27FC236}">
                <a16:creationId xmlns:a16="http://schemas.microsoft.com/office/drawing/2014/main" id="{E4B1C45D-CDD2-8881-7845-54E68B314B2A}"/>
              </a:ext>
            </a:extLst>
          </p:cNvPr>
          <p:cNvSpPr/>
          <p:nvPr/>
        </p:nvSpPr>
        <p:spPr>
          <a:xfrm>
            <a:off x="8926643" y="3013469"/>
            <a:ext cx="475880" cy="460602"/>
          </a:xfrm>
          <a:custGeom>
            <a:avLst/>
            <a:gdLst>
              <a:gd name="connsiteX0" fmla="*/ 333795 w 355906"/>
              <a:gd name="connsiteY0" fmla="*/ 309865 h 311705"/>
              <a:gd name="connsiteX1" fmla="*/ 337799 w 355906"/>
              <a:gd name="connsiteY1" fmla="*/ 311706 h 311705"/>
              <a:gd name="connsiteX2" fmla="*/ 350628 w 355906"/>
              <a:gd name="connsiteY2" fmla="*/ 311706 h 311705"/>
              <a:gd name="connsiteX3" fmla="*/ 355147 w 355906"/>
              <a:gd name="connsiteY3" fmla="*/ 309152 h 311705"/>
              <a:gd name="connsiteX4" fmla="*/ 355300 w 355906"/>
              <a:gd name="connsiteY4" fmla="*/ 303959 h 311705"/>
              <a:gd name="connsiteX5" fmla="*/ 333861 w 355906"/>
              <a:gd name="connsiteY5" fmla="*/ 263104 h 311705"/>
              <a:gd name="connsiteX6" fmla="*/ 333446 w 355906"/>
              <a:gd name="connsiteY6" fmla="*/ 259694 h 311705"/>
              <a:gd name="connsiteX7" fmla="*/ 342913 w 355906"/>
              <a:gd name="connsiteY7" fmla="*/ 221398 h 311705"/>
              <a:gd name="connsiteX8" fmla="*/ 342916 w 355906"/>
              <a:gd name="connsiteY8" fmla="*/ 221389 h 311705"/>
              <a:gd name="connsiteX9" fmla="*/ 342921 w 355906"/>
              <a:gd name="connsiteY9" fmla="*/ 221373 h 311705"/>
              <a:gd name="connsiteX10" fmla="*/ 342935 w 355906"/>
              <a:gd name="connsiteY10" fmla="*/ 221301 h 311705"/>
              <a:gd name="connsiteX11" fmla="*/ 343009 w 355906"/>
              <a:gd name="connsiteY11" fmla="*/ 220935 h 311705"/>
              <a:gd name="connsiteX12" fmla="*/ 343023 w 355906"/>
              <a:gd name="connsiteY12" fmla="*/ 220820 h 311705"/>
              <a:gd name="connsiteX13" fmla="*/ 343026 w 355906"/>
              <a:gd name="connsiteY13" fmla="*/ 220806 h 311705"/>
              <a:gd name="connsiteX14" fmla="*/ 343037 w 355906"/>
              <a:gd name="connsiteY14" fmla="*/ 220723 h 311705"/>
              <a:gd name="connsiteX15" fmla="*/ 343064 w 355906"/>
              <a:gd name="connsiteY15" fmla="*/ 220446 h 311705"/>
              <a:gd name="connsiteX16" fmla="*/ 343067 w 355906"/>
              <a:gd name="connsiteY16" fmla="*/ 220335 h 311705"/>
              <a:gd name="connsiteX17" fmla="*/ 343075 w 355906"/>
              <a:gd name="connsiteY17" fmla="*/ 219994 h 311705"/>
              <a:gd name="connsiteX18" fmla="*/ 343075 w 355906"/>
              <a:gd name="connsiteY18" fmla="*/ 210040 h 311705"/>
              <a:gd name="connsiteX19" fmla="*/ 337799 w 355906"/>
              <a:gd name="connsiteY19" fmla="*/ 204754 h 311705"/>
              <a:gd name="connsiteX20" fmla="*/ 332523 w 355906"/>
              <a:gd name="connsiteY20" fmla="*/ 210040 h 311705"/>
              <a:gd name="connsiteX21" fmla="*/ 332523 w 355906"/>
              <a:gd name="connsiteY21" fmla="*/ 212223 h 311705"/>
              <a:gd name="connsiteX22" fmla="*/ 309589 w 355906"/>
              <a:gd name="connsiteY22" fmla="*/ 202805 h 311705"/>
              <a:gd name="connsiteX23" fmla="*/ 310056 w 355906"/>
              <a:gd name="connsiteY23" fmla="*/ 172721 h 311705"/>
              <a:gd name="connsiteX24" fmla="*/ 313063 w 355906"/>
              <a:gd name="connsiteY24" fmla="*/ 174554 h 311705"/>
              <a:gd name="connsiteX25" fmla="*/ 320312 w 355906"/>
              <a:gd name="connsiteY25" fmla="*/ 172779 h 311705"/>
              <a:gd name="connsiteX26" fmla="*/ 318543 w 355906"/>
              <a:gd name="connsiteY26" fmla="*/ 165516 h 311705"/>
              <a:gd name="connsiteX27" fmla="*/ 307614 w 355906"/>
              <a:gd name="connsiteY27" fmla="*/ 158862 h 311705"/>
              <a:gd name="connsiteX28" fmla="*/ 307488 w 355906"/>
              <a:gd name="connsiteY28" fmla="*/ 158785 h 311705"/>
              <a:gd name="connsiteX29" fmla="*/ 273026 w 355906"/>
              <a:gd name="connsiteY29" fmla="*/ 137804 h 311705"/>
              <a:gd name="connsiteX30" fmla="*/ 263457 w 355906"/>
              <a:gd name="connsiteY30" fmla="*/ 122319 h 311705"/>
              <a:gd name="connsiteX31" fmla="*/ 316068 w 355906"/>
              <a:gd name="connsiteY31" fmla="*/ 150948 h 311705"/>
              <a:gd name="connsiteX32" fmla="*/ 316931 w 355906"/>
              <a:gd name="connsiteY32" fmla="*/ 151446 h 311705"/>
              <a:gd name="connsiteX33" fmla="*/ 317823 w 355906"/>
              <a:gd name="connsiteY33" fmla="*/ 151903 h 311705"/>
              <a:gd name="connsiteX34" fmla="*/ 325316 w 355906"/>
              <a:gd name="connsiteY34" fmla="*/ 155981 h 311705"/>
              <a:gd name="connsiteX35" fmla="*/ 332520 w 355906"/>
              <a:gd name="connsiteY35" fmla="*/ 168120 h 311705"/>
              <a:gd name="connsiteX36" fmla="*/ 332520 w 355906"/>
              <a:gd name="connsiteY36" fmla="*/ 188809 h 311705"/>
              <a:gd name="connsiteX37" fmla="*/ 337799 w 355906"/>
              <a:gd name="connsiteY37" fmla="*/ 194096 h 311705"/>
              <a:gd name="connsiteX38" fmla="*/ 343075 w 355906"/>
              <a:gd name="connsiteY38" fmla="*/ 188809 h 311705"/>
              <a:gd name="connsiteX39" fmla="*/ 343075 w 355906"/>
              <a:gd name="connsiteY39" fmla="*/ 168120 h 311705"/>
              <a:gd name="connsiteX40" fmla="*/ 337491 w 355906"/>
              <a:gd name="connsiteY40" fmla="*/ 152591 h 311705"/>
              <a:gd name="connsiteX41" fmla="*/ 342523 w 355906"/>
              <a:gd name="connsiteY41" fmla="*/ 146811 h 311705"/>
              <a:gd name="connsiteX42" fmla="*/ 348151 w 355906"/>
              <a:gd name="connsiteY42" fmla="*/ 135798 h 311705"/>
              <a:gd name="connsiteX43" fmla="*/ 349123 w 355906"/>
              <a:gd name="connsiteY43" fmla="*/ 123736 h 311705"/>
              <a:gd name="connsiteX44" fmla="*/ 341298 w 355906"/>
              <a:gd name="connsiteY44" fmla="*/ 114517 h 311705"/>
              <a:gd name="connsiteX45" fmla="*/ 336948 w 355906"/>
              <a:gd name="connsiteY45" fmla="*/ 112283 h 311705"/>
              <a:gd name="connsiteX46" fmla="*/ 315706 w 355906"/>
              <a:gd name="connsiteY46" fmla="*/ 119149 h 311705"/>
              <a:gd name="connsiteX47" fmla="*/ 310078 w 355906"/>
              <a:gd name="connsiteY47" fmla="*/ 130162 h 311705"/>
              <a:gd name="connsiteX48" fmla="*/ 308551 w 355906"/>
              <a:gd name="connsiteY48" fmla="*/ 134824 h 311705"/>
              <a:gd name="connsiteX49" fmla="*/ 266816 w 355906"/>
              <a:gd name="connsiteY49" fmla="*/ 112112 h 311705"/>
              <a:gd name="connsiteX50" fmla="*/ 264776 w 355906"/>
              <a:gd name="connsiteY50" fmla="*/ 104060 h 311705"/>
              <a:gd name="connsiteX51" fmla="*/ 255470 w 355906"/>
              <a:gd name="connsiteY51" fmla="*/ 94731 h 311705"/>
              <a:gd name="connsiteX52" fmla="*/ 244418 w 355906"/>
              <a:gd name="connsiteY52" fmla="*/ 94312 h 311705"/>
              <a:gd name="connsiteX53" fmla="*/ 236489 w 355906"/>
              <a:gd name="connsiteY53" fmla="*/ 101126 h 311705"/>
              <a:gd name="connsiteX54" fmla="*/ 235379 w 355906"/>
              <a:gd name="connsiteY54" fmla="*/ 100656 h 311705"/>
              <a:gd name="connsiteX55" fmla="*/ 234736 w 355906"/>
              <a:gd name="connsiteY55" fmla="*/ 90094 h 311705"/>
              <a:gd name="connsiteX56" fmla="*/ 226617 w 355906"/>
              <a:gd name="connsiteY56" fmla="*/ 82443 h 311705"/>
              <a:gd name="connsiteX57" fmla="*/ 213456 w 355906"/>
              <a:gd name="connsiteY57" fmla="*/ 82443 h 311705"/>
              <a:gd name="connsiteX58" fmla="*/ 206392 w 355906"/>
              <a:gd name="connsiteY58" fmla="*/ 86579 h 311705"/>
              <a:gd name="connsiteX59" fmla="*/ 206392 w 355906"/>
              <a:gd name="connsiteY59" fmla="*/ 70835 h 311705"/>
              <a:gd name="connsiteX60" fmla="*/ 197712 w 355906"/>
              <a:gd name="connsiteY60" fmla="*/ 61446 h 311705"/>
              <a:gd name="connsiteX61" fmla="*/ 187344 w 355906"/>
              <a:gd name="connsiteY61" fmla="*/ 60653 h 311705"/>
              <a:gd name="connsiteX62" fmla="*/ 183557 w 355906"/>
              <a:gd name="connsiteY62" fmla="*/ 51305 h 311705"/>
              <a:gd name="connsiteX63" fmla="*/ 190555 w 355906"/>
              <a:gd name="connsiteY63" fmla="*/ 43382 h 311705"/>
              <a:gd name="connsiteX64" fmla="*/ 190165 w 355906"/>
              <a:gd name="connsiteY64" fmla="*/ 30483 h 311705"/>
              <a:gd name="connsiteX65" fmla="*/ 176745 w 355906"/>
              <a:gd name="connsiteY65" fmla="*/ 17035 h 311705"/>
              <a:gd name="connsiteX66" fmla="*/ 163982 w 355906"/>
              <a:gd name="connsiteY66" fmla="*/ 16548 h 311705"/>
              <a:gd name="connsiteX67" fmla="*/ 156088 w 355906"/>
              <a:gd name="connsiteY67" fmla="*/ 23331 h 311705"/>
              <a:gd name="connsiteX68" fmla="*/ 146813 w 355906"/>
              <a:gd name="connsiteY68" fmla="*/ 19396 h 311705"/>
              <a:gd name="connsiteX69" fmla="*/ 146170 w 355906"/>
              <a:gd name="connsiteY69" fmla="*/ 8845 h 311705"/>
              <a:gd name="connsiteX70" fmla="*/ 136791 w 355906"/>
              <a:gd name="connsiteY70" fmla="*/ 0 h 311705"/>
              <a:gd name="connsiteX71" fmla="*/ 117812 w 355906"/>
              <a:gd name="connsiteY71" fmla="*/ 0 h 311705"/>
              <a:gd name="connsiteX72" fmla="*/ 108443 w 355906"/>
              <a:gd name="connsiteY72" fmla="*/ 8699 h 311705"/>
              <a:gd name="connsiteX73" fmla="*/ 107652 w 355906"/>
              <a:gd name="connsiteY73" fmla="*/ 19085 h 311705"/>
              <a:gd name="connsiteX74" fmla="*/ 97424 w 355906"/>
              <a:gd name="connsiteY74" fmla="*/ 23331 h 311705"/>
              <a:gd name="connsiteX75" fmla="*/ 89533 w 355906"/>
              <a:gd name="connsiteY75" fmla="*/ 16548 h 311705"/>
              <a:gd name="connsiteX76" fmla="*/ 76769 w 355906"/>
              <a:gd name="connsiteY76" fmla="*/ 17035 h 311705"/>
              <a:gd name="connsiteX77" fmla="*/ 63350 w 355906"/>
              <a:gd name="connsiteY77" fmla="*/ 30481 h 311705"/>
              <a:gd name="connsiteX78" fmla="*/ 62957 w 355906"/>
              <a:gd name="connsiteY78" fmla="*/ 43379 h 311705"/>
              <a:gd name="connsiteX79" fmla="*/ 69958 w 355906"/>
              <a:gd name="connsiteY79" fmla="*/ 51302 h 311705"/>
              <a:gd name="connsiteX80" fmla="*/ 66170 w 355906"/>
              <a:gd name="connsiteY80" fmla="*/ 60650 h 311705"/>
              <a:gd name="connsiteX81" fmla="*/ 55799 w 355906"/>
              <a:gd name="connsiteY81" fmla="*/ 61443 h 311705"/>
              <a:gd name="connsiteX82" fmla="*/ 47120 w 355906"/>
              <a:gd name="connsiteY82" fmla="*/ 70833 h 311705"/>
              <a:gd name="connsiteX83" fmla="*/ 47120 w 355906"/>
              <a:gd name="connsiteY83" fmla="*/ 89846 h 311705"/>
              <a:gd name="connsiteX84" fmla="*/ 55945 w 355906"/>
              <a:gd name="connsiteY84" fmla="*/ 99247 h 311705"/>
              <a:gd name="connsiteX85" fmla="*/ 66478 w 355906"/>
              <a:gd name="connsiteY85" fmla="*/ 99888 h 311705"/>
              <a:gd name="connsiteX86" fmla="*/ 70406 w 355906"/>
              <a:gd name="connsiteY86" fmla="*/ 109181 h 311705"/>
              <a:gd name="connsiteX87" fmla="*/ 63635 w 355906"/>
              <a:gd name="connsiteY87" fmla="*/ 117090 h 311705"/>
              <a:gd name="connsiteX88" fmla="*/ 64121 w 355906"/>
              <a:gd name="connsiteY88" fmla="*/ 129879 h 311705"/>
              <a:gd name="connsiteX89" fmla="*/ 77541 w 355906"/>
              <a:gd name="connsiteY89" fmla="*/ 143325 h 311705"/>
              <a:gd name="connsiteX90" fmla="*/ 90414 w 355906"/>
              <a:gd name="connsiteY90" fmla="*/ 143715 h 311705"/>
              <a:gd name="connsiteX91" fmla="*/ 98322 w 355906"/>
              <a:gd name="connsiteY91" fmla="*/ 136703 h 311705"/>
              <a:gd name="connsiteX92" fmla="*/ 107652 w 355906"/>
              <a:gd name="connsiteY92" fmla="*/ 140498 h 311705"/>
              <a:gd name="connsiteX93" fmla="*/ 108435 w 355906"/>
              <a:gd name="connsiteY93" fmla="*/ 150774 h 311705"/>
              <a:gd name="connsiteX94" fmla="*/ 81233 w 355906"/>
              <a:gd name="connsiteY94" fmla="*/ 153680 h 311705"/>
              <a:gd name="connsiteX95" fmla="*/ 80134 w 355906"/>
              <a:gd name="connsiteY95" fmla="*/ 153438 h 311705"/>
              <a:gd name="connsiteX96" fmla="*/ 54118 w 355906"/>
              <a:gd name="connsiteY96" fmla="*/ 136734 h 311705"/>
              <a:gd name="connsiteX97" fmla="*/ 58851 w 355906"/>
              <a:gd name="connsiteY97" fmla="*/ 126893 h 311705"/>
              <a:gd name="connsiteX98" fmla="*/ 60013 w 355906"/>
              <a:gd name="connsiteY98" fmla="*/ 114572 h 311705"/>
              <a:gd name="connsiteX99" fmla="*/ 56458 w 355906"/>
              <a:gd name="connsiteY99" fmla="*/ 103006 h 311705"/>
              <a:gd name="connsiteX100" fmla="*/ 45782 w 355906"/>
              <a:gd name="connsiteY100" fmla="*/ 97345 h 311705"/>
              <a:gd name="connsiteX101" fmla="*/ 40916 w 355906"/>
              <a:gd name="connsiteY101" fmla="*/ 96883 h 311705"/>
              <a:gd name="connsiteX102" fmla="*/ 29372 w 355906"/>
              <a:gd name="connsiteY102" fmla="*/ 100444 h 311705"/>
              <a:gd name="connsiteX103" fmla="*/ 23719 w 355906"/>
              <a:gd name="connsiteY103" fmla="*/ 111141 h 311705"/>
              <a:gd name="connsiteX104" fmla="*/ 22557 w 355906"/>
              <a:gd name="connsiteY104" fmla="*/ 123458 h 311705"/>
              <a:gd name="connsiteX105" fmla="*/ 25529 w 355906"/>
              <a:gd name="connsiteY105" fmla="*/ 134249 h 311705"/>
              <a:gd name="connsiteX106" fmla="*/ 23475 w 355906"/>
              <a:gd name="connsiteY106" fmla="*/ 136238 h 311705"/>
              <a:gd name="connsiteX107" fmla="*/ 21030 w 355906"/>
              <a:gd name="connsiteY107" fmla="*/ 139015 h 311705"/>
              <a:gd name="connsiteX108" fmla="*/ 14010 w 355906"/>
              <a:gd name="connsiteY108" fmla="*/ 157404 h 311705"/>
              <a:gd name="connsiteX109" fmla="*/ 13664 w 355906"/>
              <a:gd name="connsiteY109" fmla="*/ 199134 h 311705"/>
              <a:gd name="connsiteX110" fmla="*/ 44 w 355906"/>
              <a:gd name="connsiteY110" fmla="*/ 304991 h 311705"/>
              <a:gd name="connsiteX111" fmla="*/ 1315 w 355906"/>
              <a:gd name="connsiteY111" fmla="*/ 309160 h 311705"/>
              <a:gd name="connsiteX112" fmla="*/ 5276 w 355906"/>
              <a:gd name="connsiteY112" fmla="*/ 310955 h 311705"/>
              <a:gd name="connsiteX113" fmla="*/ 18937 w 355906"/>
              <a:gd name="connsiteY113" fmla="*/ 310955 h 311705"/>
              <a:gd name="connsiteX114" fmla="*/ 23925 w 355906"/>
              <a:gd name="connsiteY114" fmla="*/ 307394 h 311705"/>
              <a:gd name="connsiteX115" fmla="*/ 57840 w 355906"/>
              <a:gd name="connsiteY115" fmla="*/ 208893 h 311705"/>
              <a:gd name="connsiteX116" fmla="*/ 89384 w 355906"/>
              <a:gd name="connsiteY116" fmla="*/ 241773 h 311705"/>
              <a:gd name="connsiteX117" fmla="*/ 90173 w 355906"/>
              <a:gd name="connsiteY117" fmla="*/ 248471 h 311705"/>
              <a:gd name="connsiteX118" fmla="*/ 89807 w 355906"/>
              <a:gd name="connsiteY118" fmla="*/ 249201 h 311705"/>
              <a:gd name="connsiteX119" fmla="*/ 68810 w 355906"/>
              <a:gd name="connsiteY119" fmla="*/ 300384 h 311705"/>
              <a:gd name="connsiteX120" fmla="*/ 66044 w 355906"/>
              <a:gd name="connsiteY120" fmla="*/ 300384 h 311705"/>
              <a:gd name="connsiteX121" fmla="*/ 75330 w 355906"/>
              <a:gd name="connsiteY121" fmla="*/ 258970 h 311705"/>
              <a:gd name="connsiteX122" fmla="*/ 74048 w 355906"/>
              <a:gd name="connsiteY122" fmla="*/ 250513 h 311705"/>
              <a:gd name="connsiteX123" fmla="*/ 73616 w 355906"/>
              <a:gd name="connsiteY123" fmla="*/ 249993 h 311705"/>
              <a:gd name="connsiteX124" fmla="*/ 63888 w 355906"/>
              <a:gd name="connsiteY124" fmla="*/ 239638 h 311705"/>
              <a:gd name="connsiteX125" fmla="*/ 56431 w 355906"/>
              <a:gd name="connsiteY125" fmla="*/ 239412 h 311705"/>
              <a:gd name="connsiteX126" fmla="*/ 56203 w 355906"/>
              <a:gd name="connsiteY126" fmla="*/ 246886 h 311705"/>
              <a:gd name="connsiteX127" fmla="*/ 65102 w 355906"/>
              <a:gd name="connsiteY127" fmla="*/ 256356 h 311705"/>
              <a:gd name="connsiteX128" fmla="*/ 54302 w 355906"/>
              <a:gd name="connsiteY128" fmla="*/ 304512 h 311705"/>
              <a:gd name="connsiteX129" fmla="*/ 55330 w 355906"/>
              <a:gd name="connsiteY129" fmla="*/ 308976 h 311705"/>
              <a:gd name="connsiteX130" fmla="*/ 59449 w 355906"/>
              <a:gd name="connsiteY130" fmla="*/ 310957 h 311705"/>
              <a:gd name="connsiteX131" fmla="*/ 72345 w 355906"/>
              <a:gd name="connsiteY131" fmla="*/ 310957 h 311705"/>
              <a:gd name="connsiteX132" fmla="*/ 77225 w 355906"/>
              <a:gd name="connsiteY132" fmla="*/ 307683 h 311705"/>
              <a:gd name="connsiteX133" fmla="*/ 99429 w 355906"/>
              <a:gd name="connsiteY133" fmla="*/ 253563 h 311705"/>
              <a:gd name="connsiteX134" fmla="*/ 96946 w 355906"/>
              <a:gd name="connsiteY134" fmla="*/ 234398 h 311705"/>
              <a:gd name="connsiteX135" fmla="*/ 60968 w 355906"/>
              <a:gd name="connsiteY135" fmla="*/ 196897 h 311705"/>
              <a:gd name="connsiteX136" fmla="*/ 61254 w 355906"/>
              <a:gd name="connsiteY136" fmla="*/ 175454 h 311705"/>
              <a:gd name="connsiteX137" fmla="*/ 71944 w 355906"/>
              <a:gd name="connsiteY137" fmla="*/ 181409 h 311705"/>
              <a:gd name="connsiteX138" fmla="*/ 79442 w 355906"/>
              <a:gd name="connsiteY138" fmla="*/ 182870 h 311705"/>
              <a:gd name="connsiteX139" fmla="*/ 106386 w 355906"/>
              <a:gd name="connsiteY139" fmla="*/ 179549 h 311705"/>
              <a:gd name="connsiteX140" fmla="*/ 127968 w 355906"/>
              <a:gd name="connsiteY140" fmla="*/ 159583 h 311705"/>
              <a:gd name="connsiteX141" fmla="*/ 136793 w 355906"/>
              <a:gd name="connsiteY141" fmla="*/ 159583 h 311705"/>
              <a:gd name="connsiteX142" fmla="*/ 146173 w 355906"/>
              <a:gd name="connsiteY142" fmla="*/ 150738 h 311705"/>
              <a:gd name="connsiteX143" fmla="*/ 146813 w 355906"/>
              <a:gd name="connsiteY143" fmla="*/ 140187 h 311705"/>
              <a:gd name="connsiteX144" fmla="*/ 155193 w 355906"/>
              <a:gd name="connsiteY144" fmla="*/ 136701 h 311705"/>
              <a:gd name="connsiteX145" fmla="*/ 162823 w 355906"/>
              <a:gd name="connsiteY145" fmla="*/ 143468 h 311705"/>
              <a:gd name="connsiteX146" fmla="*/ 162823 w 355906"/>
              <a:gd name="connsiteY146" fmla="*/ 146368 h 311705"/>
              <a:gd name="connsiteX147" fmla="*/ 170458 w 355906"/>
              <a:gd name="connsiteY147" fmla="*/ 154503 h 311705"/>
              <a:gd name="connsiteX148" fmla="*/ 180991 w 355906"/>
              <a:gd name="connsiteY148" fmla="*/ 155147 h 311705"/>
              <a:gd name="connsiteX149" fmla="*/ 181464 w 355906"/>
              <a:gd name="connsiteY149" fmla="*/ 156259 h 311705"/>
              <a:gd name="connsiteX150" fmla="*/ 174655 w 355906"/>
              <a:gd name="connsiteY150" fmla="*/ 164209 h 311705"/>
              <a:gd name="connsiteX151" fmla="*/ 175083 w 355906"/>
              <a:gd name="connsiteY151" fmla="*/ 175267 h 311705"/>
              <a:gd name="connsiteX152" fmla="*/ 184403 w 355906"/>
              <a:gd name="connsiteY152" fmla="*/ 184612 h 311705"/>
              <a:gd name="connsiteX153" fmla="*/ 195532 w 355906"/>
              <a:gd name="connsiteY153" fmla="*/ 184934 h 311705"/>
              <a:gd name="connsiteX154" fmla="*/ 203434 w 355906"/>
              <a:gd name="connsiteY154" fmla="*/ 177928 h 311705"/>
              <a:gd name="connsiteX155" fmla="*/ 204554 w 355906"/>
              <a:gd name="connsiteY155" fmla="*/ 178382 h 311705"/>
              <a:gd name="connsiteX156" fmla="*/ 205348 w 355906"/>
              <a:gd name="connsiteY156" fmla="*/ 188801 h 311705"/>
              <a:gd name="connsiteX157" fmla="*/ 213456 w 355906"/>
              <a:gd name="connsiteY157" fmla="*/ 196347 h 311705"/>
              <a:gd name="connsiteX158" fmla="*/ 226617 w 355906"/>
              <a:gd name="connsiteY158" fmla="*/ 196347 h 311705"/>
              <a:gd name="connsiteX159" fmla="*/ 234736 w 355906"/>
              <a:gd name="connsiteY159" fmla="*/ 188696 h 311705"/>
              <a:gd name="connsiteX160" fmla="*/ 235379 w 355906"/>
              <a:gd name="connsiteY160" fmla="*/ 178142 h 311705"/>
              <a:gd name="connsiteX161" fmla="*/ 235890 w 355906"/>
              <a:gd name="connsiteY161" fmla="*/ 177931 h 311705"/>
              <a:gd name="connsiteX162" fmla="*/ 243786 w 355906"/>
              <a:gd name="connsiteY162" fmla="*/ 184934 h 311705"/>
              <a:gd name="connsiteX163" fmla="*/ 254935 w 355906"/>
              <a:gd name="connsiteY163" fmla="*/ 184599 h 311705"/>
              <a:gd name="connsiteX164" fmla="*/ 264235 w 355906"/>
              <a:gd name="connsiteY164" fmla="*/ 175272 h 311705"/>
              <a:gd name="connsiteX165" fmla="*/ 264660 w 355906"/>
              <a:gd name="connsiteY165" fmla="*/ 164204 h 311705"/>
              <a:gd name="connsiteX166" fmla="*/ 257857 w 355906"/>
              <a:gd name="connsiteY166" fmla="*/ 156259 h 311705"/>
              <a:gd name="connsiteX167" fmla="*/ 258330 w 355906"/>
              <a:gd name="connsiteY167" fmla="*/ 155147 h 311705"/>
              <a:gd name="connsiteX168" fmla="*/ 268868 w 355906"/>
              <a:gd name="connsiteY168" fmla="*/ 154503 h 311705"/>
              <a:gd name="connsiteX169" fmla="*/ 274842 w 355906"/>
              <a:gd name="connsiteY169" fmla="*/ 151283 h 311705"/>
              <a:gd name="connsiteX170" fmla="*/ 299600 w 355906"/>
              <a:gd name="connsiteY170" fmla="*/ 166356 h 311705"/>
              <a:gd name="connsiteX171" fmla="*/ 299006 w 355906"/>
              <a:gd name="connsiteY171" fmla="*/ 204580 h 311705"/>
              <a:gd name="connsiteX172" fmla="*/ 269374 w 355906"/>
              <a:gd name="connsiteY172" fmla="*/ 245857 h 311705"/>
              <a:gd name="connsiteX173" fmla="*/ 266404 w 355906"/>
              <a:gd name="connsiteY173" fmla="*/ 257041 h 311705"/>
              <a:gd name="connsiteX174" fmla="*/ 271576 w 355906"/>
              <a:gd name="connsiteY174" fmla="*/ 306964 h 311705"/>
              <a:gd name="connsiteX175" fmla="*/ 276825 w 355906"/>
              <a:gd name="connsiteY175" fmla="*/ 311706 h 311705"/>
              <a:gd name="connsiteX176" fmla="*/ 288924 w 355906"/>
              <a:gd name="connsiteY176" fmla="*/ 311706 h 311705"/>
              <a:gd name="connsiteX177" fmla="*/ 294183 w 355906"/>
              <a:gd name="connsiteY177" fmla="*/ 306832 h 311705"/>
              <a:gd name="connsiteX178" fmla="*/ 297314 w 355906"/>
              <a:gd name="connsiteY178" fmla="*/ 266956 h 311705"/>
              <a:gd name="connsiteX179" fmla="*/ 297575 w 355906"/>
              <a:gd name="connsiteY179" fmla="*/ 265663 h 311705"/>
              <a:gd name="connsiteX180" fmla="*/ 300863 w 355906"/>
              <a:gd name="connsiteY180" fmla="*/ 271450 h 311705"/>
              <a:gd name="connsiteX181" fmla="*/ 319147 w 355906"/>
              <a:gd name="connsiteY181" fmla="*/ 138979 h 311705"/>
              <a:gd name="connsiteX182" fmla="*/ 319471 w 355906"/>
              <a:gd name="connsiteY182" fmla="*/ 134981 h 311705"/>
              <a:gd name="connsiteX183" fmla="*/ 325099 w 355906"/>
              <a:gd name="connsiteY183" fmla="*/ 123970 h 311705"/>
              <a:gd name="connsiteX184" fmla="*/ 332136 w 355906"/>
              <a:gd name="connsiteY184" fmla="*/ 121694 h 311705"/>
              <a:gd name="connsiteX185" fmla="*/ 336486 w 355906"/>
              <a:gd name="connsiteY185" fmla="*/ 123926 h 311705"/>
              <a:gd name="connsiteX186" fmla="*/ 339079 w 355906"/>
              <a:gd name="connsiteY186" fmla="*/ 126981 h 311705"/>
              <a:gd name="connsiteX187" fmla="*/ 338758 w 355906"/>
              <a:gd name="connsiteY187" fmla="*/ 130977 h 311705"/>
              <a:gd name="connsiteX188" fmla="*/ 333130 w 355906"/>
              <a:gd name="connsiteY188" fmla="*/ 141990 h 311705"/>
              <a:gd name="connsiteX189" fmla="*/ 330081 w 355906"/>
              <a:gd name="connsiteY189" fmla="*/ 144588 h 311705"/>
              <a:gd name="connsiteX190" fmla="*/ 326090 w 355906"/>
              <a:gd name="connsiteY190" fmla="*/ 144266 h 311705"/>
              <a:gd name="connsiteX191" fmla="*/ 322764 w 355906"/>
              <a:gd name="connsiteY191" fmla="*/ 142560 h 311705"/>
              <a:gd name="connsiteX192" fmla="*/ 321188 w 355906"/>
              <a:gd name="connsiteY192" fmla="*/ 141701 h 311705"/>
              <a:gd name="connsiteX193" fmla="*/ 319147 w 355906"/>
              <a:gd name="connsiteY193" fmla="*/ 138979 h 311705"/>
              <a:gd name="connsiteX194" fmla="*/ 204983 w 355906"/>
              <a:gd name="connsiteY194" fmla="*/ 94791 h 311705"/>
              <a:gd name="connsiteX195" fmla="*/ 204554 w 355906"/>
              <a:gd name="connsiteY195" fmla="*/ 100411 h 311705"/>
              <a:gd name="connsiteX196" fmla="*/ 202827 w 355906"/>
              <a:gd name="connsiteY196" fmla="*/ 101126 h 311705"/>
              <a:gd name="connsiteX197" fmla="*/ 200055 w 355906"/>
              <a:gd name="connsiteY197" fmla="*/ 98743 h 311705"/>
              <a:gd name="connsiteX198" fmla="*/ 204983 w 355906"/>
              <a:gd name="connsiteY198" fmla="*/ 94791 h 311705"/>
              <a:gd name="connsiteX199" fmla="*/ 33066 w 355906"/>
              <a:gd name="connsiteY199" fmla="*/ 124452 h 311705"/>
              <a:gd name="connsiteX200" fmla="*/ 34228 w 355906"/>
              <a:gd name="connsiteY200" fmla="*/ 112134 h 311705"/>
              <a:gd name="connsiteX201" fmla="*/ 36098 w 355906"/>
              <a:gd name="connsiteY201" fmla="*/ 108589 h 311705"/>
              <a:gd name="connsiteX202" fmla="*/ 39424 w 355906"/>
              <a:gd name="connsiteY202" fmla="*/ 107387 h 311705"/>
              <a:gd name="connsiteX203" fmla="*/ 39924 w 355906"/>
              <a:gd name="connsiteY203" fmla="*/ 107412 h 311705"/>
              <a:gd name="connsiteX204" fmla="*/ 44791 w 355906"/>
              <a:gd name="connsiteY204" fmla="*/ 107871 h 311705"/>
              <a:gd name="connsiteX205" fmla="*/ 48329 w 355906"/>
              <a:gd name="connsiteY205" fmla="*/ 109748 h 311705"/>
              <a:gd name="connsiteX206" fmla="*/ 49507 w 355906"/>
              <a:gd name="connsiteY206" fmla="*/ 113579 h 311705"/>
              <a:gd name="connsiteX207" fmla="*/ 48345 w 355906"/>
              <a:gd name="connsiteY207" fmla="*/ 125899 h 311705"/>
              <a:gd name="connsiteX208" fmla="*/ 43376 w 355906"/>
              <a:gd name="connsiteY208" fmla="*/ 130635 h 311705"/>
              <a:gd name="connsiteX209" fmla="*/ 36362 w 355906"/>
              <a:gd name="connsiteY209" fmla="*/ 129818 h 311705"/>
              <a:gd name="connsiteX210" fmla="*/ 33066 w 355906"/>
              <a:gd name="connsiteY210" fmla="*/ 124452 h 311705"/>
              <a:gd name="connsiteX211" fmla="*/ 15177 w 355906"/>
              <a:gd name="connsiteY211" fmla="*/ 300382 h 311705"/>
              <a:gd name="connsiteX212" fmla="*/ 11277 w 355906"/>
              <a:gd name="connsiteY212" fmla="*/ 300382 h 311705"/>
              <a:gd name="connsiteX213" fmla="*/ 23587 w 355906"/>
              <a:gd name="connsiteY213" fmla="*/ 204724 h 311705"/>
              <a:gd name="connsiteX214" fmla="*/ 48227 w 355906"/>
              <a:gd name="connsiteY214" fmla="*/ 204391 h 311705"/>
              <a:gd name="connsiteX215" fmla="*/ 105098 w 355906"/>
              <a:gd name="connsiteY215" fmla="*/ 169055 h 311705"/>
              <a:gd name="connsiteX216" fmla="*/ 78151 w 355906"/>
              <a:gd name="connsiteY216" fmla="*/ 172377 h 311705"/>
              <a:gd name="connsiteX217" fmla="*/ 77072 w 355906"/>
              <a:gd name="connsiteY217" fmla="*/ 172168 h 311705"/>
              <a:gd name="connsiteX218" fmla="*/ 58744 w 355906"/>
              <a:gd name="connsiteY218" fmla="*/ 161958 h 311705"/>
              <a:gd name="connsiteX219" fmla="*/ 58571 w 355906"/>
              <a:gd name="connsiteY219" fmla="*/ 161862 h 311705"/>
              <a:gd name="connsiteX220" fmla="*/ 46131 w 355906"/>
              <a:gd name="connsiteY220" fmla="*/ 154932 h 311705"/>
              <a:gd name="connsiteX221" fmla="*/ 38954 w 355906"/>
              <a:gd name="connsiteY221" fmla="*/ 156983 h 311705"/>
              <a:gd name="connsiteX222" fmla="*/ 41003 w 355906"/>
              <a:gd name="connsiteY222" fmla="*/ 164174 h 311705"/>
              <a:gd name="connsiteX223" fmla="*/ 50779 w 355906"/>
              <a:gd name="connsiteY223" fmla="*/ 169620 h 311705"/>
              <a:gd name="connsiteX224" fmla="*/ 50457 w 355906"/>
              <a:gd name="connsiteY224" fmla="*/ 193782 h 311705"/>
              <a:gd name="connsiteX225" fmla="*/ 24260 w 355906"/>
              <a:gd name="connsiteY225" fmla="*/ 194137 h 311705"/>
              <a:gd name="connsiteX226" fmla="*/ 24565 w 355906"/>
              <a:gd name="connsiteY226" fmla="*/ 157492 h 311705"/>
              <a:gd name="connsiteX227" fmla="*/ 28949 w 355906"/>
              <a:gd name="connsiteY227" fmla="*/ 146008 h 311705"/>
              <a:gd name="connsiteX228" fmla="*/ 31393 w 355906"/>
              <a:gd name="connsiteY228" fmla="*/ 143231 h 311705"/>
              <a:gd name="connsiteX229" fmla="*/ 35881 w 355906"/>
              <a:gd name="connsiteY229" fmla="*/ 140556 h 311705"/>
              <a:gd name="connsiteX230" fmla="*/ 36790 w 355906"/>
              <a:gd name="connsiteY230" fmla="*/ 140688 h 311705"/>
              <a:gd name="connsiteX231" fmla="*/ 41207 w 355906"/>
              <a:gd name="connsiteY231" fmla="*/ 141107 h 311705"/>
              <a:gd name="connsiteX232" fmla="*/ 42297 w 355906"/>
              <a:gd name="connsiteY232" fmla="*/ 141701 h 311705"/>
              <a:gd name="connsiteX233" fmla="*/ 74490 w 355906"/>
              <a:gd name="connsiteY233" fmla="*/ 162371 h 311705"/>
              <a:gd name="connsiteX234" fmla="*/ 74561 w 355906"/>
              <a:gd name="connsiteY234" fmla="*/ 162418 h 311705"/>
              <a:gd name="connsiteX235" fmla="*/ 82353 w 355906"/>
              <a:gd name="connsiteY235" fmla="*/ 164193 h 311705"/>
              <a:gd name="connsiteX236" fmla="*/ 116642 w 355906"/>
              <a:gd name="connsiteY236" fmla="*/ 160533 h 311705"/>
              <a:gd name="connsiteX237" fmla="*/ 105098 w 355906"/>
              <a:gd name="connsiteY237" fmla="*/ 169055 h 311705"/>
              <a:gd name="connsiteX238" fmla="*/ 153281 w 355906"/>
              <a:gd name="connsiteY238" fmla="*/ 125723 h 311705"/>
              <a:gd name="connsiteX239" fmla="*/ 140413 w 355906"/>
              <a:gd name="connsiteY239" fmla="*/ 131076 h 311705"/>
              <a:gd name="connsiteX240" fmla="*/ 136502 w 355906"/>
              <a:gd name="connsiteY240" fmla="*/ 135864 h 311705"/>
              <a:gd name="connsiteX241" fmla="*/ 135706 w 355906"/>
              <a:gd name="connsiteY241" fmla="*/ 149010 h 311705"/>
              <a:gd name="connsiteX242" fmla="*/ 118886 w 355906"/>
              <a:gd name="connsiteY242" fmla="*/ 149010 h 311705"/>
              <a:gd name="connsiteX243" fmla="*/ 117894 w 355906"/>
              <a:gd name="connsiteY243" fmla="*/ 136013 h 311705"/>
              <a:gd name="connsiteX244" fmla="*/ 113909 w 355906"/>
              <a:gd name="connsiteY244" fmla="*/ 131285 h 311705"/>
              <a:gd name="connsiteX245" fmla="*/ 100231 w 355906"/>
              <a:gd name="connsiteY245" fmla="*/ 125723 h 311705"/>
              <a:gd name="connsiteX246" fmla="*/ 94087 w 355906"/>
              <a:gd name="connsiteY246" fmla="*/ 126337 h 311705"/>
              <a:gd name="connsiteX247" fmla="*/ 84235 w 355906"/>
              <a:gd name="connsiteY247" fmla="*/ 135077 h 311705"/>
              <a:gd name="connsiteX248" fmla="*/ 72342 w 355906"/>
              <a:gd name="connsiteY248" fmla="*/ 123161 h 311705"/>
              <a:gd name="connsiteX249" fmla="*/ 80815 w 355906"/>
              <a:gd name="connsiteY249" fmla="*/ 113265 h 311705"/>
              <a:gd name="connsiteX250" fmla="*/ 81334 w 355906"/>
              <a:gd name="connsiteY250" fmla="*/ 107098 h 311705"/>
              <a:gd name="connsiteX251" fmla="*/ 75575 w 355906"/>
              <a:gd name="connsiteY251" fmla="*/ 93476 h 311705"/>
              <a:gd name="connsiteX252" fmla="*/ 70796 w 355906"/>
              <a:gd name="connsiteY252" fmla="*/ 89557 h 311705"/>
              <a:gd name="connsiteX253" fmla="*/ 57675 w 355906"/>
              <a:gd name="connsiteY253" fmla="*/ 88756 h 311705"/>
              <a:gd name="connsiteX254" fmla="*/ 57675 w 355906"/>
              <a:gd name="connsiteY254" fmla="*/ 71906 h 311705"/>
              <a:gd name="connsiteX255" fmla="*/ 70647 w 355906"/>
              <a:gd name="connsiteY255" fmla="*/ 70912 h 311705"/>
              <a:gd name="connsiteX256" fmla="*/ 75366 w 355906"/>
              <a:gd name="connsiteY256" fmla="*/ 66919 h 311705"/>
              <a:gd name="connsiteX257" fmla="*/ 80917 w 355906"/>
              <a:gd name="connsiteY257" fmla="*/ 53215 h 311705"/>
              <a:gd name="connsiteX258" fmla="*/ 80304 w 355906"/>
              <a:gd name="connsiteY258" fmla="*/ 47058 h 311705"/>
              <a:gd name="connsiteX259" fmla="*/ 71581 w 355906"/>
              <a:gd name="connsiteY259" fmla="*/ 37187 h 311705"/>
              <a:gd name="connsiteX260" fmla="*/ 83474 w 355906"/>
              <a:gd name="connsiteY260" fmla="*/ 25271 h 311705"/>
              <a:gd name="connsiteX261" fmla="*/ 93351 w 355906"/>
              <a:gd name="connsiteY261" fmla="*/ 33761 h 311705"/>
              <a:gd name="connsiteX262" fmla="*/ 99506 w 355906"/>
              <a:gd name="connsiteY262" fmla="*/ 34281 h 311705"/>
              <a:gd name="connsiteX263" fmla="*/ 113909 w 355906"/>
              <a:gd name="connsiteY263" fmla="*/ 28301 h 311705"/>
              <a:gd name="connsiteX264" fmla="*/ 117894 w 355906"/>
              <a:gd name="connsiteY264" fmla="*/ 23573 h 311705"/>
              <a:gd name="connsiteX265" fmla="*/ 118886 w 355906"/>
              <a:gd name="connsiteY265" fmla="*/ 10576 h 311705"/>
              <a:gd name="connsiteX266" fmla="*/ 135706 w 355906"/>
              <a:gd name="connsiteY266" fmla="*/ 10576 h 311705"/>
              <a:gd name="connsiteX267" fmla="*/ 136502 w 355906"/>
              <a:gd name="connsiteY267" fmla="*/ 23722 h 311705"/>
              <a:gd name="connsiteX268" fmla="*/ 140413 w 355906"/>
              <a:gd name="connsiteY268" fmla="*/ 28510 h 311705"/>
              <a:gd name="connsiteX269" fmla="*/ 154012 w 355906"/>
              <a:gd name="connsiteY269" fmla="*/ 34281 h 311705"/>
              <a:gd name="connsiteX270" fmla="*/ 160167 w 355906"/>
              <a:gd name="connsiteY270" fmla="*/ 33764 h 311705"/>
              <a:gd name="connsiteX271" fmla="*/ 170041 w 355906"/>
              <a:gd name="connsiteY271" fmla="*/ 25274 h 311705"/>
              <a:gd name="connsiteX272" fmla="*/ 181933 w 355906"/>
              <a:gd name="connsiteY272" fmla="*/ 37187 h 311705"/>
              <a:gd name="connsiteX273" fmla="*/ 173213 w 355906"/>
              <a:gd name="connsiteY273" fmla="*/ 47058 h 311705"/>
              <a:gd name="connsiteX274" fmla="*/ 172598 w 355906"/>
              <a:gd name="connsiteY274" fmla="*/ 53215 h 311705"/>
              <a:gd name="connsiteX275" fmla="*/ 178149 w 355906"/>
              <a:gd name="connsiteY275" fmla="*/ 66919 h 311705"/>
              <a:gd name="connsiteX276" fmla="*/ 182867 w 355906"/>
              <a:gd name="connsiteY276" fmla="*/ 70915 h 311705"/>
              <a:gd name="connsiteX277" fmla="*/ 195842 w 355906"/>
              <a:gd name="connsiteY277" fmla="*/ 71906 h 311705"/>
              <a:gd name="connsiteX278" fmla="*/ 195842 w 355906"/>
              <a:gd name="connsiteY278" fmla="*/ 88756 h 311705"/>
              <a:gd name="connsiteX279" fmla="*/ 182722 w 355906"/>
              <a:gd name="connsiteY279" fmla="*/ 89557 h 311705"/>
              <a:gd name="connsiteX280" fmla="*/ 177943 w 355906"/>
              <a:gd name="connsiteY280" fmla="*/ 93476 h 311705"/>
              <a:gd name="connsiteX281" fmla="*/ 172183 w 355906"/>
              <a:gd name="connsiteY281" fmla="*/ 107098 h 311705"/>
              <a:gd name="connsiteX282" fmla="*/ 172699 w 355906"/>
              <a:gd name="connsiteY282" fmla="*/ 113265 h 311705"/>
              <a:gd name="connsiteX283" fmla="*/ 181173 w 355906"/>
              <a:gd name="connsiteY283" fmla="*/ 123161 h 311705"/>
              <a:gd name="connsiteX284" fmla="*/ 169280 w 355906"/>
              <a:gd name="connsiteY284" fmla="*/ 135077 h 311705"/>
              <a:gd name="connsiteX285" fmla="*/ 159428 w 355906"/>
              <a:gd name="connsiteY285" fmla="*/ 126337 h 311705"/>
              <a:gd name="connsiteX286" fmla="*/ 153281 w 355906"/>
              <a:gd name="connsiteY286" fmla="*/ 125723 h 311705"/>
              <a:gd name="connsiteX287" fmla="*/ 254212 w 355906"/>
              <a:gd name="connsiteY287" fmla="*/ 144805 h 311705"/>
              <a:gd name="connsiteX288" fmla="*/ 249488 w 355906"/>
              <a:gd name="connsiteY288" fmla="*/ 148531 h 311705"/>
              <a:gd name="connsiteX289" fmla="*/ 246967 w 355906"/>
              <a:gd name="connsiteY289" fmla="*/ 154487 h 311705"/>
              <a:gd name="connsiteX290" fmla="*/ 247577 w 355906"/>
              <a:gd name="connsiteY290" fmla="*/ 160494 h 311705"/>
              <a:gd name="connsiteX291" fmla="*/ 255187 w 355906"/>
              <a:gd name="connsiteY291" fmla="*/ 169380 h 311705"/>
              <a:gd name="connsiteX292" fmla="*/ 249079 w 355906"/>
              <a:gd name="connsiteY292" fmla="*/ 175506 h 311705"/>
              <a:gd name="connsiteX293" fmla="*/ 240273 w 355906"/>
              <a:gd name="connsiteY293" fmla="*/ 167696 h 311705"/>
              <a:gd name="connsiteX294" fmla="*/ 234286 w 355906"/>
              <a:gd name="connsiteY294" fmla="*/ 166994 h 311705"/>
              <a:gd name="connsiteX295" fmla="*/ 228776 w 355906"/>
              <a:gd name="connsiteY295" fmla="*/ 169284 h 311705"/>
              <a:gd name="connsiteX296" fmla="*/ 225057 w 355906"/>
              <a:gd name="connsiteY296" fmla="*/ 174017 h 311705"/>
              <a:gd name="connsiteX297" fmla="*/ 224341 w 355906"/>
              <a:gd name="connsiteY297" fmla="*/ 185774 h 311705"/>
              <a:gd name="connsiteX298" fmla="*/ 215703 w 355906"/>
              <a:gd name="connsiteY298" fmla="*/ 185774 h 311705"/>
              <a:gd name="connsiteX299" fmla="*/ 214810 w 355906"/>
              <a:gd name="connsiteY299" fmla="*/ 174086 h 311705"/>
              <a:gd name="connsiteX300" fmla="*/ 211006 w 355906"/>
              <a:gd name="connsiteY300" fmla="*/ 169408 h 311705"/>
              <a:gd name="connsiteX301" fmla="*/ 205032 w 355906"/>
              <a:gd name="connsiteY301" fmla="*/ 166992 h 311705"/>
              <a:gd name="connsiteX302" fmla="*/ 199047 w 355906"/>
              <a:gd name="connsiteY302" fmla="*/ 167696 h 311705"/>
              <a:gd name="connsiteX303" fmla="*/ 190239 w 355906"/>
              <a:gd name="connsiteY303" fmla="*/ 175506 h 311705"/>
              <a:gd name="connsiteX304" fmla="*/ 184131 w 355906"/>
              <a:gd name="connsiteY304" fmla="*/ 169380 h 311705"/>
              <a:gd name="connsiteX305" fmla="*/ 191744 w 355906"/>
              <a:gd name="connsiteY305" fmla="*/ 160494 h 311705"/>
              <a:gd name="connsiteX306" fmla="*/ 192354 w 355906"/>
              <a:gd name="connsiteY306" fmla="*/ 154487 h 311705"/>
              <a:gd name="connsiteX307" fmla="*/ 189832 w 355906"/>
              <a:gd name="connsiteY307" fmla="*/ 148534 h 311705"/>
              <a:gd name="connsiteX308" fmla="*/ 185108 w 355906"/>
              <a:gd name="connsiteY308" fmla="*/ 144805 h 311705"/>
              <a:gd name="connsiteX309" fmla="*/ 174965 w 355906"/>
              <a:gd name="connsiteY309" fmla="*/ 144186 h 311705"/>
              <a:gd name="connsiteX310" fmla="*/ 175970 w 355906"/>
              <a:gd name="connsiteY310" fmla="*/ 143325 h 311705"/>
              <a:gd name="connsiteX311" fmla="*/ 192134 w 355906"/>
              <a:gd name="connsiteY311" fmla="*/ 124713 h 311705"/>
              <a:gd name="connsiteX312" fmla="*/ 191417 w 355906"/>
              <a:gd name="connsiteY312" fmla="*/ 118744 h 311705"/>
              <a:gd name="connsiteX313" fmla="*/ 187578 w 355906"/>
              <a:gd name="connsiteY313" fmla="*/ 114399 h 311705"/>
              <a:gd name="connsiteX314" fmla="*/ 187536 w 355906"/>
              <a:gd name="connsiteY314" fmla="*/ 114349 h 311705"/>
              <a:gd name="connsiteX315" fmla="*/ 187454 w 355906"/>
              <a:gd name="connsiteY315" fmla="*/ 114256 h 311705"/>
              <a:gd name="connsiteX316" fmla="*/ 187363 w 355906"/>
              <a:gd name="connsiteY316" fmla="*/ 114154 h 311705"/>
              <a:gd name="connsiteX317" fmla="*/ 183683 w 355906"/>
              <a:gd name="connsiteY317" fmla="*/ 109855 h 311705"/>
              <a:gd name="connsiteX318" fmla="*/ 189725 w 355906"/>
              <a:gd name="connsiteY318" fmla="*/ 103796 h 311705"/>
              <a:gd name="connsiteX319" fmla="*/ 198597 w 355906"/>
              <a:gd name="connsiteY319" fmla="*/ 111427 h 311705"/>
              <a:gd name="connsiteX320" fmla="*/ 204595 w 355906"/>
              <a:gd name="connsiteY320" fmla="*/ 112038 h 311705"/>
              <a:gd name="connsiteX321" fmla="*/ 211011 w 355906"/>
              <a:gd name="connsiteY321" fmla="*/ 109379 h 311705"/>
              <a:gd name="connsiteX322" fmla="*/ 214810 w 355906"/>
              <a:gd name="connsiteY322" fmla="*/ 104701 h 311705"/>
              <a:gd name="connsiteX323" fmla="*/ 215703 w 355906"/>
              <a:gd name="connsiteY323" fmla="*/ 93016 h 311705"/>
              <a:gd name="connsiteX324" fmla="*/ 224341 w 355906"/>
              <a:gd name="connsiteY324" fmla="*/ 93016 h 311705"/>
              <a:gd name="connsiteX325" fmla="*/ 225057 w 355906"/>
              <a:gd name="connsiteY325" fmla="*/ 104778 h 311705"/>
              <a:gd name="connsiteX326" fmla="*/ 228776 w 355906"/>
              <a:gd name="connsiteY326" fmla="*/ 109511 h 311705"/>
              <a:gd name="connsiteX327" fmla="*/ 234720 w 355906"/>
              <a:gd name="connsiteY327" fmla="*/ 112040 h 311705"/>
              <a:gd name="connsiteX328" fmla="*/ 240713 w 355906"/>
              <a:gd name="connsiteY328" fmla="*/ 111427 h 311705"/>
              <a:gd name="connsiteX329" fmla="*/ 249593 w 355906"/>
              <a:gd name="connsiteY329" fmla="*/ 103796 h 311705"/>
              <a:gd name="connsiteX330" fmla="*/ 255616 w 355906"/>
              <a:gd name="connsiteY330" fmla="*/ 109836 h 311705"/>
              <a:gd name="connsiteX331" fmla="*/ 254295 w 355906"/>
              <a:gd name="connsiteY331" fmla="*/ 111512 h 311705"/>
              <a:gd name="connsiteX332" fmla="*/ 247903 w 355906"/>
              <a:gd name="connsiteY332" fmla="*/ 118744 h 311705"/>
              <a:gd name="connsiteX333" fmla="*/ 247200 w 355906"/>
              <a:gd name="connsiteY333" fmla="*/ 124741 h 311705"/>
              <a:gd name="connsiteX334" fmla="*/ 249623 w 355906"/>
              <a:gd name="connsiteY334" fmla="*/ 130743 h 311705"/>
              <a:gd name="connsiteX335" fmla="*/ 254287 w 355906"/>
              <a:gd name="connsiteY335" fmla="*/ 134540 h 311705"/>
              <a:gd name="connsiteX336" fmla="*/ 256275 w 355906"/>
              <a:gd name="connsiteY336" fmla="*/ 134692 h 311705"/>
              <a:gd name="connsiteX337" fmla="*/ 263886 w 355906"/>
              <a:gd name="connsiteY337" fmla="*/ 144216 h 311705"/>
              <a:gd name="connsiteX338" fmla="*/ 341894 w 355906"/>
              <a:gd name="connsiteY338" fmla="*/ 301133 h 311705"/>
              <a:gd name="connsiteX339" fmla="*/ 340222 w 355906"/>
              <a:gd name="connsiteY339" fmla="*/ 301133 h 311705"/>
              <a:gd name="connsiteX340" fmla="*/ 308867 w 355906"/>
              <a:gd name="connsiteY340" fmla="*/ 264559 h 311705"/>
              <a:gd name="connsiteX341" fmla="*/ 307221 w 355906"/>
              <a:gd name="connsiteY341" fmla="*/ 259793 h 311705"/>
              <a:gd name="connsiteX342" fmla="*/ 309202 w 355906"/>
              <a:gd name="connsiteY342" fmla="*/ 214072 h 311705"/>
              <a:gd name="connsiteX343" fmla="*/ 331581 w 355906"/>
              <a:gd name="connsiteY343" fmla="*/ 223264 h 311705"/>
              <a:gd name="connsiteX344" fmla="*/ 323204 w 355906"/>
              <a:gd name="connsiteY344" fmla="*/ 257151 h 311705"/>
              <a:gd name="connsiteX345" fmla="*/ 324519 w 355906"/>
              <a:gd name="connsiteY345" fmla="*/ 268024 h 311705"/>
              <a:gd name="connsiteX346" fmla="*/ 291961 w 355906"/>
              <a:gd name="connsiteY346" fmla="*/ 255450 h 311705"/>
              <a:gd name="connsiteX347" fmla="*/ 286792 w 355906"/>
              <a:gd name="connsiteY347" fmla="*/ 266114 h 311705"/>
              <a:gd name="connsiteX348" fmla="*/ 284043 w 355906"/>
              <a:gd name="connsiteY348" fmla="*/ 301133 h 311705"/>
              <a:gd name="connsiteX349" fmla="*/ 281582 w 355906"/>
              <a:gd name="connsiteY349" fmla="*/ 301133 h 311705"/>
              <a:gd name="connsiteX350" fmla="*/ 276902 w 355906"/>
              <a:gd name="connsiteY350" fmla="*/ 255960 h 311705"/>
              <a:gd name="connsiteX351" fmla="*/ 277940 w 355906"/>
              <a:gd name="connsiteY351" fmla="*/ 252032 h 311705"/>
              <a:gd name="connsiteX352" fmla="*/ 298215 w 355906"/>
              <a:gd name="connsiteY352" fmla="*/ 223789 h 311705"/>
              <a:gd name="connsiteX353" fmla="*/ 297048 w 355906"/>
              <a:gd name="connsiteY353" fmla="*/ 250734 h 31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355906" h="311705">
                <a:moveTo>
                  <a:pt x="333795" y="309865"/>
                </a:moveTo>
                <a:cubicBezTo>
                  <a:pt x="334797" y="311034"/>
                  <a:pt x="336258" y="311706"/>
                  <a:pt x="337799" y="311706"/>
                </a:cubicBezTo>
                <a:lnTo>
                  <a:pt x="350628" y="311706"/>
                </a:lnTo>
                <a:cubicBezTo>
                  <a:pt x="352477" y="311706"/>
                  <a:pt x="354191" y="310737"/>
                  <a:pt x="355147" y="309152"/>
                </a:cubicBezTo>
                <a:cubicBezTo>
                  <a:pt x="356102" y="307567"/>
                  <a:pt x="356160" y="305597"/>
                  <a:pt x="355300" y="303959"/>
                </a:cubicBezTo>
                <a:lnTo>
                  <a:pt x="333861" y="263104"/>
                </a:lnTo>
                <a:cubicBezTo>
                  <a:pt x="333308" y="262055"/>
                  <a:pt x="333163" y="260844"/>
                  <a:pt x="333446" y="259694"/>
                </a:cubicBezTo>
                <a:lnTo>
                  <a:pt x="342913" y="221398"/>
                </a:lnTo>
                <a:cubicBezTo>
                  <a:pt x="342913" y="221395"/>
                  <a:pt x="342916" y="221392"/>
                  <a:pt x="342916" y="221389"/>
                </a:cubicBezTo>
                <a:lnTo>
                  <a:pt x="342921" y="221373"/>
                </a:lnTo>
                <a:cubicBezTo>
                  <a:pt x="342927" y="221348"/>
                  <a:pt x="342930" y="221323"/>
                  <a:pt x="342935" y="221301"/>
                </a:cubicBezTo>
                <a:cubicBezTo>
                  <a:pt x="342963" y="221178"/>
                  <a:pt x="342987" y="221056"/>
                  <a:pt x="343009" y="220935"/>
                </a:cubicBezTo>
                <a:cubicBezTo>
                  <a:pt x="343015" y="220897"/>
                  <a:pt x="343018" y="220858"/>
                  <a:pt x="343023" y="220820"/>
                </a:cubicBezTo>
                <a:cubicBezTo>
                  <a:pt x="343023" y="220814"/>
                  <a:pt x="343026" y="220812"/>
                  <a:pt x="343026" y="220806"/>
                </a:cubicBezTo>
                <a:cubicBezTo>
                  <a:pt x="343029" y="220779"/>
                  <a:pt x="343034" y="220751"/>
                  <a:pt x="343037" y="220723"/>
                </a:cubicBezTo>
                <a:cubicBezTo>
                  <a:pt x="343048" y="220633"/>
                  <a:pt x="343056" y="220539"/>
                  <a:pt x="343064" y="220446"/>
                </a:cubicBezTo>
                <a:cubicBezTo>
                  <a:pt x="343067" y="220410"/>
                  <a:pt x="343067" y="220371"/>
                  <a:pt x="343067" y="220335"/>
                </a:cubicBezTo>
                <a:cubicBezTo>
                  <a:pt x="343073" y="220220"/>
                  <a:pt x="343078" y="220107"/>
                  <a:pt x="343075" y="219994"/>
                </a:cubicBezTo>
                <a:lnTo>
                  <a:pt x="343075" y="210040"/>
                </a:lnTo>
                <a:cubicBezTo>
                  <a:pt x="343075" y="207121"/>
                  <a:pt x="340713" y="204754"/>
                  <a:pt x="337799" y="204754"/>
                </a:cubicBezTo>
                <a:cubicBezTo>
                  <a:pt x="334885" y="204754"/>
                  <a:pt x="332523" y="207121"/>
                  <a:pt x="332523" y="210040"/>
                </a:cubicBezTo>
                <a:lnTo>
                  <a:pt x="332523" y="212223"/>
                </a:lnTo>
                <a:lnTo>
                  <a:pt x="309589" y="202805"/>
                </a:lnTo>
                <a:lnTo>
                  <a:pt x="310056" y="172721"/>
                </a:lnTo>
                <a:lnTo>
                  <a:pt x="313063" y="174554"/>
                </a:lnTo>
                <a:cubicBezTo>
                  <a:pt x="315552" y="176070"/>
                  <a:pt x="318798" y="175275"/>
                  <a:pt x="320312" y="172779"/>
                </a:cubicBezTo>
                <a:cubicBezTo>
                  <a:pt x="321825" y="170286"/>
                  <a:pt x="321034" y="167033"/>
                  <a:pt x="318543" y="165516"/>
                </a:cubicBezTo>
                <a:lnTo>
                  <a:pt x="307614" y="158862"/>
                </a:lnTo>
                <a:cubicBezTo>
                  <a:pt x="307573" y="158837"/>
                  <a:pt x="307532" y="158810"/>
                  <a:pt x="307488" y="158785"/>
                </a:cubicBezTo>
                <a:lnTo>
                  <a:pt x="273026" y="137804"/>
                </a:lnTo>
                <a:cubicBezTo>
                  <a:pt x="267465" y="134419"/>
                  <a:pt x="264007" y="128577"/>
                  <a:pt x="263457" y="122319"/>
                </a:cubicBezTo>
                <a:lnTo>
                  <a:pt x="316068" y="150948"/>
                </a:lnTo>
                <a:cubicBezTo>
                  <a:pt x="316354" y="151118"/>
                  <a:pt x="316634" y="151292"/>
                  <a:pt x="316931" y="151446"/>
                </a:cubicBezTo>
                <a:lnTo>
                  <a:pt x="317823" y="151903"/>
                </a:lnTo>
                <a:lnTo>
                  <a:pt x="325316" y="155981"/>
                </a:lnTo>
                <a:cubicBezTo>
                  <a:pt x="329760" y="158400"/>
                  <a:pt x="332520" y="163051"/>
                  <a:pt x="332520" y="168120"/>
                </a:cubicBezTo>
                <a:lnTo>
                  <a:pt x="332520" y="188809"/>
                </a:lnTo>
                <a:cubicBezTo>
                  <a:pt x="332520" y="191729"/>
                  <a:pt x="334885" y="194096"/>
                  <a:pt x="337799" y="194096"/>
                </a:cubicBezTo>
                <a:cubicBezTo>
                  <a:pt x="340713" y="194096"/>
                  <a:pt x="343075" y="191729"/>
                  <a:pt x="343075" y="188809"/>
                </a:cubicBezTo>
                <a:lnTo>
                  <a:pt x="343075" y="168120"/>
                </a:lnTo>
                <a:cubicBezTo>
                  <a:pt x="343075" y="162349"/>
                  <a:pt x="341037" y="156889"/>
                  <a:pt x="337491" y="152591"/>
                </a:cubicBezTo>
                <a:cubicBezTo>
                  <a:pt x="339595" y="151129"/>
                  <a:pt x="341323" y="149159"/>
                  <a:pt x="342523" y="146811"/>
                </a:cubicBezTo>
                <a:lnTo>
                  <a:pt x="348151" y="135798"/>
                </a:lnTo>
                <a:cubicBezTo>
                  <a:pt x="350074" y="132039"/>
                  <a:pt x="350420" y="127757"/>
                  <a:pt x="349123" y="123736"/>
                </a:cubicBezTo>
                <a:cubicBezTo>
                  <a:pt x="347830" y="119716"/>
                  <a:pt x="345050" y="116441"/>
                  <a:pt x="341298" y="114517"/>
                </a:cubicBezTo>
                <a:lnTo>
                  <a:pt x="336948" y="112283"/>
                </a:lnTo>
                <a:cubicBezTo>
                  <a:pt x="329202" y="108309"/>
                  <a:pt x="319674" y="111388"/>
                  <a:pt x="315706" y="119149"/>
                </a:cubicBezTo>
                <a:lnTo>
                  <a:pt x="310078" y="130162"/>
                </a:lnTo>
                <a:cubicBezTo>
                  <a:pt x="309317" y="131651"/>
                  <a:pt x="308812" y="133219"/>
                  <a:pt x="308551" y="134824"/>
                </a:cubicBezTo>
                <a:lnTo>
                  <a:pt x="266816" y="112112"/>
                </a:lnTo>
                <a:cubicBezTo>
                  <a:pt x="267632" y="109330"/>
                  <a:pt x="266943" y="106215"/>
                  <a:pt x="264776" y="104060"/>
                </a:cubicBezTo>
                <a:lnTo>
                  <a:pt x="255470" y="94731"/>
                </a:lnTo>
                <a:cubicBezTo>
                  <a:pt x="252479" y="91731"/>
                  <a:pt x="247621" y="91549"/>
                  <a:pt x="244418" y="94312"/>
                </a:cubicBezTo>
                <a:lnTo>
                  <a:pt x="236489" y="101126"/>
                </a:lnTo>
                <a:cubicBezTo>
                  <a:pt x="236123" y="100964"/>
                  <a:pt x="235753" y="100807"/>
                  <a:pt x="235379" y="100656"/>
                </a:cubicBezTo>
                <a:lnTo>
                  <a:pt x="234736" y="90094"/>
                </a:lnTo>
                <a:cubicBezTo>
                  <a:pt x="234473" y="85803"/>
                  <a:pt x="230905" y="82443"/>
                  <a:pt x="226617" y="82443"/>
                </a:cubicBezTo>
                <a:lnTo>
                  <a:pt x="213456" y="82443"/>
                </a:lnTo>
                <a:cubicBezTo>
                  <a:pt x="210454" y="82443"/>
                  <a:pt x="207801" y="84111"/>
                  <a:pt x="206392" y="86579"/>
                </a:cubicBezTo>
                <a:lnTo>
                  <a:pt x="206392" y="70835"/>
                </a:lnTo>
                <a:cubicBezTo>
                  <a:pt x="206392" y="65942"/>
                  <a:pt x="202579" y="61820"/>
                  <a:pt x="197712" y="61446"/>
                </a:cubicBezTo>
                <a:lnTo>
                  <a:pt x="187344" y="60653"/>
                </a:lnTo>
                <a:cubicBezTo>
                  <a:pt x="186333" y="57447"/>
                  <a:pt x="185067" y="54324"/>
                  <a:pt x="183557" y="51305"/>
                </a:cubicBezTo>
                <a:lnTo>
                  <a:pt x="190555" y="43382"/>
                </a:lnTo>
                <a:cubicBezTo>
                  <a:pt x="193843" y="39664"/>
                  <a:pt x="193669" y="33998"/>
                  <a:pt x="190165" y="30483"/>
                </a:cubicBezTo>
                <a:lnTo>
                  <a:pt x="176745" y="17035"/>
                </a:lnTo>
                <a:cubicBezTo>
                  <a:pt x="173293" y="13578"/>
                  <a:pt x="167684" y="13361"/>
                  <a:pt x="163982" y="16548"/>
                </a:cubicBezTo>
                <a:lnTo>
                  <a:pt x="156088" y="23331"/>
                </a:lnTo>
                <a:cubicBezTo>
                  <a:pt x="153108" y="21776"/>
                  <a:pt x="150004" y="20458"/>
                  <a:pt x="146813" y="19396"/>
                </a:cubicBezTo>
                <a:lnTo>
                  <a:pt x="146170" y="8845"/>
                </a:lnTo>
                <a:cubicBezTo>
                  <a:pt x="145871" y="3886"/>
                  <a:pt x="141751" y="0"/>
                  <a:pt x="136791" y="0"/>
                </a:cubicBezTo>
                <a:lnTo>
                  <a:pt x="117812" y="0"/>
                </a:lnTo>
                <a:cubicBezTo>
                  <a:pt x="112931" y="0"/>
                  <a:pt x="108814" y="3820"/>
                  <a:pt x="108443" y="8699"/>
                </a:cubicBezTo>
                <a:lnTo>
                  <a:pt x="107652" y="19085"/>
                </a:lnTo>
                <a:cubicBezTo>
                  <a:pt x="104123" y="20199"/>
                  <a:pt x="100703" y="21619"/>
                  <a:pt x="97424" y="23331"/>
                </a:cubicBezTo>
                <a:lnTo>
                  <a:pt x="89533" y="16548"/>
                </a:lnTo>
                <a:cubicBezTo>
                  <a:pt x="85825" y="13361"/>
                  <a:pt x="80219" y="13575"/>
                  <a:pt x="76769" y="17035"/>
                </a:cubicBezTo>
                <a:lnTo>
                  <a:pt x="63350" y="30481"/>
                </a:lnTo>
                <a:cubicBezTo>
                  <a:pt x="59842" y="33995"/>
                  <a:pt x="59672" y="39661"/>
                  <a:pt x="62957" y="43379"/>
                </a:cubicBezTo>
                <a:lnTo>
                  <a:pt x="69958" y="51302"/>
                </a:lnTo>
                <a:cubicBezTo>
                  <a:pt x="68445" y="54318"/>
                  <a:pt x="67178" y="57444"/>
                  <a:pt x="66170" y="60650"/>
                </a:cubicBezTo>
                <a:lnTo>
                  <a:pt x="55799" y="61443"/>
                </a:lnTo>
                <a:cubicBezTo>
                  <a:pt x="50932" y="61817"/>
                  <a:pt x="47120" y="65940"/>
                  <a:pt x="47120" y="70833"/>
                </a:cubicBezTo>
                <a:lnTo>
                  <a:pt x="47120" y="89846"/>
                </a:lnTo>
                <a:cubicBezTo>
                  <a:pt x="47120" y="94816"/>
                  <a:pt x="50998" y="98944"/>
                  <a:pt x="55945" y="99247"/>
                </a:cubicBezTo>
                <a:lnTo>
                  <a:pt x="66478" y="99888"/>
                </a:lnTo>
                <a:cubicBezTo>
                  <a:pt x="67538" y="103086"/>
                  <a:pt x="68851" y="106193"/>
                  <a:pt x="70406" y="109181"/>
                </a:cubicBezTo>
                <a:lnTo>
                  <a:pt x="63635" y="117090"/>
                </a:lnTo>
                <a:cubicBezTo>
                  <a:pt x="60455" y="120803"/>
                  <a:pt x="60669" y="126419"/>
                  <a:pt x="64121" y="129879"/>
                </a:cubicBezTo>
                <a:lnTo>
                  <a:pt x="77541" y="143325"/>
                </a:lnTo>
                <a:cubicBezTo>
                  <a:pt x="81046" y="146839"/>
                  <a:pt x="86701" y="147010"/>
                  <a:pt x="90414" y="143715"/>
                </a:cubicBezTo>
                <a:lnTo>
                  <a:pt x="98322" y="136703"/>
                </a:lnTo>
                <a:cubicBezTo>
                  <a:pt x="101332" y="138217"/>
                  <a:pt x="104452" y="139486"/>
                  <a:pt x="107652" y="140498"/>
                </a:cubicBezTo>
                <a:lnTo>
                  <a:pt x="108435" y="150774"/>
                </a:lnTo>
                <a:lnTo>
                  <a:pt x="81233" y="153680"/>
                </a:lnTo>
                <a:cubicBezTo>
                  <a:pt x="80851" y="153722"/>
                  <a:pt x="80464" y="153634"/>
                  <a:pt x="80134" y="153438"/>
                </a:cubicBezTo>
                <a:lnTo>
                  <a:pt x="54118" y="136734"/>
                </a:lnTo>
                <a:cubicBezTo>
                  <a:pt x="56722" y="134205"/>
                  <a:pt x="58485" y="130784"/>
                  <a:pt x="58851" y="126893"/>
                </a:cubicBezTo>
                <a:lnTo>
                  <a:pt x="60013" y="114572"/>
                </a:lnTo>
                <a:cubicBezTo>
                  <a:pt x="60408" y="110367"/>
                  <a:pt x="59145" y="106261"/>
                  <a:pt x="56458" y="103006"/>
                </a:cubicBezTo>
                <a:cubicBezTo>
                  <a:pt x="53770" y="99753"/>
                  <a:pt x="49979" y="97741"/>
                  <a:pt x="45782" y="97345"/>
                </a:cubicBezTo>
                <a:lnTo>
                  <a:pt x="40916" y="96883"/>
                </a:lnTo>
                <a:cubicBezTo>
                  <a:pt x="36719" y="96484"/>
                  <a:pt x="32618" y="97750"/>
                  <a:pt x="29372" y="100444"/>
                </a:cubicBezTo>
                <a:cubicBezTo>
                  <a:pt x="26122" y="103138"/>
                  <a:pt x="24115" y="106936"/>
                  <a:pt x="23719" y="111141"/>
                </a:cubicBezTo>
                <a:lnTo>
                  <a:pt x="22557" y="123458"/>
                </a:lnTo>
                <a:cubicBezTo>
                  <a:pt x="22192" y="127339"/>
                  <a:pt x="23255" y="131128"/>
                  <a:pt x="25529" y="134249"/>
                </a:cubicBezTo>
                <a:cubicBezTo>
                  <a:pt x="24810" y="134857"/>
                  <a:pt x="24115" y="135512"/>
                  <a:pt x="23475" y="136238"/>
                </a:cubicBezTo>
                <a:lnTo>
                  <a:pt x="21030" y="139015"/>
                </a:lnTo>
                <a:cubicBezTo>
                  <a:pt x="16559" y="144098"/>
                  <a:pt x="14065" y="150628"/>
                  <a:pt x="14010" y="157404"/>
                </a:cubicBezTo>
                <a:lnTo>
                  <a:pt x="13664" y="199134"/>
                </a:lnTo>
                <a:lnTo>
                  <a:pt x="44" y="304991"/>
                </a:lnTo>
                <a:cubicBezTo>
                  <a:pt x="-151" y="306499"/>
                  <a:pt x="313" y="308018"/>
                  <a:pt x="1315" y="309160"/>
                </a:cubicBezTo>
                <a:cubicBezTo>
                  <a:pt x="2315" y="310300"/>
                  <a:pt x="3760" y="310955"/>
                  <a:pt x="5276" y="310955"/>
                </a:cubicBezTo>
                <a:lnTo>
                  <a:pt x="18937" y="310955"/>
                </a:lnTo>
                <a:cubicBezTo>
                  <a:pt x="21187" y="310955"/>
                  <a:pt x="23192" y="309524"/>
                  <a:pt x="23925" y="307394"/>
                </a:cubicBezTo>
                <a:lnTo>
                  <a:pt x="57840" y="208893"/>
                </a:lnTo>
                <a:lnTo>
                  <a:pt x="89384" y="241773"/>
                </a:lnTo>
                <a:cubicBezTo>
                  <a:pt x="91151" y="243567"/>
                  <a:pt x="91475" y="246322"/>
                  <a:pt x="90173" y="248471"/>
                </a:cubicBezTo>
                <a:cubicBezTo>
                  <a:pt x="90033" y="248705"/>
                  <a:pt x="89909" y="248950"/>
                  <a:pt x="89807" y="249201"/>
                </a:cubicBezTo>
                <a:lnTo>
                  <a:pt x="68810" y="300384"/>
                </a:lnTo>
                <a:lnTo>
                  <a:pt x="66044" y="300384"/>
                </a:lnTo>
                <a:lnTo>
                  <a:pt x="75330" y="258970"/>
                </a:lnTo>
                <a:cubicBezTo>
                  <a:pt x="76297" y="256108"/>
                  <a:pt x="75827" y="252979"/>
                  <a:pt x="74048" y="250513"/>
                </a:cubicBezTo>
                <a:cubicBezTo>
                  <a:pt x="73913" y="250332"/>
                  <a:pt x="73770" y="250156"/>
                  <a:pt x="73616" y="249993"/>
                </a:cubicBezTo>
                <a:lnTo>
                  <a:pt x="63888" y="239638"/>
                </a:lnTo>
                <a:cubicBezTo>
                  <a:pt x="61891" y="237513"/>
                  <a:pt x="58551" y="237411"/>
                  <a:pt x="56431" y="239412"/>
                </a:cubicBezTo>
                <a:cubicBezTo>
                  <a:pt x="54308" y="241413"/>
                  <a:pt x="54206" y="244759"/>
                  <a:pt x="56203" y="246886"/>
                </a:cubicBezTo>
                <a:lnTo>
                  <a:pt x="65102" y="256356"/>
                </a:lnTo>
                <a:lnTo>
                  <a:pt x="54302" y="304512"/>
                </a:lnTo>
                <a:cubicBezTo>
                  <a:pt x="53951" y="306078"/>
                  <a:pt x="54330" y="307721"/>
                  <a:pt x="55330" y="308976"/>
                </a:cubicBezTo>
                <a:cubicBezTo>
                  <a:pt x="56332" y="310228"/>
                  <a:pt x="57848" y="310957"/>
                  <a:pt x="59449" y="310957"/>
                </a:cubicBezTo>
                <a:lnTo>
                  <a:pt x="72345" y="310957"/>
                </a:lnTo>
                <a:cubicBezTo>
                  <a:pt x="74484" y="310957"/>
                  <a:pt x="76412" y="309664"/>
                  <a:pt x="77225" y="307683"/>
                </a:cubicBezTo>
                <a:lnTo>
                  <a:pt x="99429" y="253563"/>
                </a:lnTo>
                <a:cubicBezTo>
                  <a:pt x="102966" y="247327"/>
                  <a:pt x="101956" y="239489"/>
                  <a:pt x="96946" y="234398"/>
                </a:cubicBezTo>
                <a:lnTo>
                  <a:pt x="60968" y="196897"/>
                </a:lnTo>
                <a:lnTo>
                  <a:pt x="61254" y="175454"/>
                </a:lnTo>
                <a:lnTo>
                  <a:pt x="71944" y="181409"/>
                </a:lnTo>
                <a:cubicBezTo>
                  <a:pt x="74243" y="182689"/>
                  <a:pt x="76835" y="183195"/>
                  <a:pt x="79442" y="182870"/>
                </a:cubicBezTo>
                <a:lnTo>
                  <a:pt x="106386" y="179549"/>
                </a:lnTo>
                <a:cubicBezTo>
                  <a:pt x="117271" y="178208"/>
                  <a:pt x="125834" y="169994"/>
                  <a:pt x="127968" y="159583"/>
                </a:cubicBezTo>
                <a:lnTo>
                  <a:pt x="136793" y="159583"/>
                </a:lnTo>
                <a:cubicBezTo>
                  <a:pt x="141751" y="159583"/>
                  <a:pt x="145871" y="155697"/>
                  <a:pt x="146173" y="150738"/>
                </a:cubicBezTo>
                <a:lnTo>
                  <a:pt x="146813" y="140187"/>
                </a:lnTo>
                <a:cubicBezTo>
                  <a:pt x="149680" y="139230"/>
                  <a:pt x="152479" y="138066"/>
                  <a:pt x="155193" y="136701"/>
                </a:cubicBezTo>
                <a:lnTo>
                  <a:pt x="162823" y="143468"/>
                </a:lnTo>
                <a:lnTo>
                  <a:pt x="162823" y="146368"/>
                </a:lnTo>
                <a:cubicBezTo>
                  <a:pt x="162823" y="150664"/>
                  <a:pt x="166173" y="154236"/>
                  <a:pt x="170458" y="154503"/>
                </a:cubicBezTo>
                <a:lnTo>
                  <a:pt x="180991" y="155147"/>
                </a:lnTo>
                <a:cubicBezTo>
                  <a:pt x="181145" y="155519"/>
                  <a:pt x="181302" y="155890"/>
                  <a:pt x="181464" y="156259"/>
                </a:cubicBezTo>
                <a:lnTo>
                  <a:pt x="174655" y="164209"/>
                </a:lnTo>
                <a:cubicBezTo>
                  <a:pt x="171914" y="167424"/>
                  <a:pt x="172103" y="172281"/>
                  <a:pt x="175083" y="175267"/>
                </a:cubicBezTo>
                <a:lnTo>
                  <a:pt x="184403" y="184612"/>
                </a:lnTo>
                <a:cubicBezTo>
                  <a:pt x="187440" y="187637"/>
                  <a:pt x="192329" y="187777"/>
                  <a:pt x="195532" y="184934"/>
                </a:cubicBezTo>
                <a:lnTo>
                  <a:pt x="203434" y="177928"/>
                </a:lnTo>
                <a:cubicBezTo>
                  <a:pt x="203804" y="178085"/>
                  <a:pt x="204178" y="178236"/>
                  <a:pt x="204554" y="178382"/>
                </a:cubicBezTo>
                <a:lnTo>
                  <a:pt x="205348" y="188801"/>
                </a:lnTo>
                <a:cubicBezTo>
                  <a:pt x="205656" y="193033"/>
                  <a:pt x="209218" y="196347"/>
                  <a:pt x="213456" y="196347"/>
                </a:cubicBezTo>
                <a:lnTo>
                  <a:pt x="226617" y="196347"/>
                </a:lnTo>
                <a:cubicBezTo>
                  <a:pt x="230905" y="196347"/>
                  <a:pt x="234470" y="192989"/>
                  <a:pt x="234736" y="188696"/>
                </a:cubicBezTo>
                <a:lnTo>
                  <a:pt x="235379" y="178142"/>
                </a:lnTo>
                <a:cubicBezTo>
                  <a:pt x="235549" y="178074"/>
                  <a:pt x="235720" y="178002"/>
                  <a:pt x="235890" y="177931"/>
                </a:cubicBezTo>
                <a:lnTo>
                  <a:pt x="243786" y="184934"/>
                </a:lnTo>
                <a:cubicBezTo>
                  <a:pt x="246989" y="187777"/>
                  <a:pt x="251878" y="187637"/>
                  <a:pt x="254935" y="184599"/>
                </a:cubicBezTo>
                <a:lnTo>
                  <a:pt x="264235" y="175272"/>
                </a:lnTo>
                <a:cubicBezTo>
                  <a:pt x="267217" y="172284"/>
                  <a:pt x="267407" y="167424"/>
                  <a:pt x="264660" y="164204"/>
                </a:cubicBezTo>
                <a:lnTo>
                  <a:pt x="257857" y="156259"/>
                </a:lnTo>
                <a:cubicBezTo>
                  <a:pt x="258019" y="155893"/>
                  <a:pt x="258178" y="155521"/>
                  <a:pt x="258330" y="155147"/>
                </a:cubicBezTo>
                <a:lnTo>
                  <a:pt x="268868" y="154503"/>
                </a:lnTo>
                <a:cubicBezTo>
                  <a:pt x="271315" y="154352"/>
                  <a:pt x="273455" y="153116"/>
                  <a:pt x="274842" y="151283"/>
                </a:cubicBezTo>
                <a:lnTo>
                  <a:pt x="299600" y="166356"/>
                </a:lnTo>
                <a:lnTo>
                  <a:pt x="299006" y="204580"/>
                </a:lnTo>
                <a:lnTo>
                  <a:pt x="269374" y="245857"/>
                </a:lnTo>
                <a:cubicBezTo>
                  <a:pt x="267053" y="249088"/>
                  <a:pt x="265998" y="253056"/>
                  <a:pt x="266404" y="257041"/>
                </a:cubicBezTo>
                <a:lnTo>
                  <a:pt x="271576" y="306964"/>
                </a:lnTo>
                <a:cubicBezTo>
                  <a:pt x="271856" y="309658"/>
                  <a:pt x="274122" y="311706"/>
                  <a:pt x="276825" y="311706"/>
                </a:cubicBezTo>
                <a:lnTo>
                  <a:pt x="288924" y="311706"/>
                </a:lnTo>
                <a:cubicBezTo>
                  <a:pt x="291676" y="311706"/>
                  <a:pt x="293969" y="309584"/>
                  <a:pt x="294183" y="306832"/>
                </a:cubicBezTo>
                <a:lnTo>
                  <a:pt x="297314" y="266956"/>
                </a:lnTo>
                <a:cubicBezTo>
                  <a:pt x="297350" y="266511"/>
                  <a:pt x="297441" y="266078"/>
                  <a:pt x="297575" y="265663"/>
                </a:cubicBezTo>
                <a:cubicBezTo>
                  <a:pt x="298281" y="267763"/>
                  <a:pt x="299385" y="269730"/>
                  <a:pt x="300863" y="271450"/>
                </a:cubicBezTo>
                <a:close/>
                <a:moveTo>
                  <a:pt x="319147" y="138979"/>
                </a:moveTo>
                <a:cubicBezTo>
                  <a:pt x="318719" y="137647"/>
                  <a:pt x="318834" y="136227"/>
                  <a:pt x="319471" y="134981"/>
                </a:cubicBezTo>
                <a:lnTo>
                  <a:pt x="325099" y="123970"/>
                </a:lnTo>
                <a:cubicBezTo>
                  <a:pt x="326415" y="121400"/>
                  <a:pt x="329570" y="120379"/>
                  <a:pt x="332136" y="121694"/>
                </a:cubicBezTo>
                <a:lnTo>
                  <a:pt x="336486" y="123926"/>
                </a:lnTo>
                <a:cubicBezTo>
                  <a:pt x="337730" y="124565"/>
                  <a:pt x="338651" y="125649"/>
                  <a:pt x="339079" y="126981"/>
                </a:cubicBezTo>
                <a:cubicBezTo>
                  <a:pt x="339507" y="128313"/>
                  <a:pt x="339395" y="129733"/>
                  <a:pt x="338758" y="130977"/>
                </a:cubicBezTo>
                <a:lnTo>
                  <a:pt x="333130" y="141990"/>
                </a:lnTo>
                <a:cubicBezTo>
                  <a:pt x="332493" y="143237"/>
                  <a:pt x="331411" y="144159"/>
                  <a:pt x="330081" y="144588"/>
                </a:cubicBezTo>
                <a:cubicBezTo>
                  <a:pt x="328749" y="145017"/>
                  <a:pt x="327335" y="144904"/>
                  <a:pt x="326090" y="144266"/>
                </a:cubicBezTo>
                <a:lnTo>
                  <a:pt x="322764" y="142560"/>
                </a:lnTo>
                <a:lnTo>
                  <a:pt x="321188" y="141701"/>
                </a:lnTo>
                <a:cubicBezTo>
                  <a:pt x="320226" y="141049"/>
                  <a:pt x="319510" y="140105"/>
                  <a:pt x="319147" y="138979"/>
                </a:cubicBezTo>
                <a:close/>
                <a:moveTo>
                  <a:pt x="204983" y="94791"/>
                </a:moveTo>
                <a:lnTo>
                  <a:pt x="204554" y="100411"/>
                </a:lnTo>
                <a:cubicBezTo>
                  <a:pt x="203972" y="100636"/>
                  <a:pt x="203395" y="100876"/>
                  <a:pt x="202827" y="101126"/>
                </a:cubicBezTo>
                <a:lnTo>
                  <a:pt x="200055" y="98743"/>
                </a:lnTo>
                <a:cubicBezTo>
                  <a:pt x="202121" y="98027"/>
                  <a:pt x="203854" y="96616"/>
                  <a:pt x="204983" y="94791"/>
                </a:cubicBezTo>
                <a:close/>
                <a:moveTo>
                  <a:pt x="33066" y="124452"/>
                </a:moveTo>
                <a:lnTo>
                  <a:pt x="34228" y="112134"/>
                </a:lnTo>
                <a:cubicBezTo>
                  <a:pt x="34359" y="110742"/>
                  <a:pt x="35024" y="109481"/>
                  <a:pt x="36098" y="108589"/>
                </a:cubicBezTo>
                <a:cubicBezTo>
                  <a:pt x="37046" y="107805"/>
                  <a:pt x="38210" y="107387"/>
                  <a:pt x="39424" y="107387"/>
                </a:cubicBezTo>
                <a:cubicBezTo>
                  <a:pt x="39589" y="107387"/>
                  <a:pt x="39756" y="107395"/>
                  <a:pt x="39924" y="107412"/>
                </a:cubicBezTo>
                <a:lnTo>
                  <a:pt x="44791" y="107871"/>
                </a:lnTo>
                <a:cubicBezTo>
                  <a:pt x="46181" y="108003"/>
                  <a:pt x="47439" y="108669"/>
                  <a:pt x="48329" y="109748"/>
                </a:cubicBezTo>
                <a:cubicBezTo>
                  <a:pt x="49218" y="110824"/>
                  <a:pt x="49636" y="112186"/>
                  <a:pt x="49507" y="113579"/>
                </a:cubicBezTo>
                <a:lnTo>
                  <a:pt x="48345" y="125899"/>
                </a:lnTo>
                <a:cubicBezTo>
                  <a:pt x="48098" y="128527"/>
                  <a:pt x="45939" y="130520"/>
                  <a:pt x="43376" y="130635"/>
                </a:cubicBezTo>
                <a:cubicBezTo>
                  <a:pt x="41080" y="129909"/>
                  <a:pt x="38702" y="129650"/>
                  <a:pt x="36362" y="129818"/>
                </a:cubicBezTo>
                <a:cubicBezTo>
                  <a:pt x="34247" y="128984"/>
                  <a:pt x="32843" y="126827"/>
                  <a:pt x="33066" y="124452"/>
                </a:cubicBezTo>
                <a:close/>
                <a:moveTo>
                  <a:pt x="15177" y="300382"/>
                </a:moveTo>
                <a:lnTo>
                  <a:pt x="11277" y="300382"/>
                </a:lnTo>
                <a:lnTo>
                  <a:pt x="23587" y="204724"/>
                </a:lnTo>
                <a:lnTo>
                  <a:pt x="48227" y="204391"/>
                </a:lnTo>
                <a:close/>
                <a:moveTo>
                  <a:pt x="105098" y="169055"/>
                </a:moveTo>
                <a:lnTo>
                  <a:pt x="78151" y="172377"/>
                </a:lnTo>
                <a:cubicBezTo>
                  <a:pt x="77777" y="172424"/>
                  <a:pt x="77404" y="172352"/>
                  <a:pt x="77072" y="172168"/>
                </a:cubicBezTo>
                <a:lnTo>
                  <a:pt x="58744" y="161958"/>
                </a:lnTo>
                <a:cubicBezTo>
                  <a:pt x="58686" y="161925"/>
                  <a:pt x="58628" y="161892"/>
                  <a:pt x="58571" y="161862"/>
                </a:cubicBezTo>
                <a:lnTo>
                  <a:pt x="46131" y="154932"/>
                </a:lnTo>
                <a:cubicBezTo>
                  <a:pt x="43582" y="153510"/>
                  <a:pt x="40372" y="154432"/>
                  <a:pt x="38954" y="156983"/>
                </a:cubicBezTo>
                <a:cubicBezTo>
                  <a:pt x="37540" y="159534"/>
                  <a:pt x="38457" y="162753"/>
                  <a:pt x="41003" y="164174"/>
                </a:cubicBezTo>
                <a:lnTo>
                  <a:pt x="50779" y="169620"/>
                </a:lnTo>
                <a:lnTo>
                  <a:pt x="50457" y="193782"/>
                </a:lnTo>
                <a:lnTo>
                  <a:pt x="24260" y="194137"/>
                </a:lnTo>
                <a:lnTo>
                  <a:pt x="24565" y="157492"/>
                </a:lnTo>
                <a:cubicBezTo>
                  <a:pt x="24598" y="153259"/>
                  <a:pt x="26155" y="149181"/>
                  <a:pt x="28949" y="146008"/>
                </a:cubicBezTo>
                <a:lnTo>
                  <a:pt x="31393" y="143231"/>
                </a:lnTo>
                <a:cubicBezTo>
                  <a:pt x="32618" y="141836"/>
                  <a:pt x="34197" y="140936"/>
                  <a:pt x="35881" y="140556"/>
                </a:cubicBezTo>
                <a:cubicBezTo>
                  <a:pt x="36183" y="140603"/>
                  <a:pt x="36483" y="140658"/>
                  <a:pt x="36790" y="140688"/>
                </a:cubicBezTo>
                <a:lnTo>
                  <a:pt x="41207" y="141107"/>
                </a:lnTo>
                <a:cubicBezTo>
                  <a:pt x="41577" y="141274"/>
                  <a:pt x="41943" y="141473"/>
                  <a:pt x="42297" y="141701"/>
                </a:cubicBezTo>
                <a:lnTo>
                  <a:pt x="74490" y="162371"/>
                </a:lnTo>
                <a:cubicBezTo>
                  <a:pt x="74514" y="162387"/>
                  <a:pt x="74536" y="162401"/>
                  <a:pt x="74561" y="162418"/>
                </a:cubicBezTo>
                <a:cubicBezTo>
                  <a:pt x="76877" y="163849"/>
                  <a:pt x="79642" y="164479"/>
                  <a:pt x="82353" y="164193"/>
                </a:cubicBezTo>
                <a:lnTo>
                  <a:pt x="116642" y="160533"/>
                </a:lnTo>
                <a:cubicBezTo>
                  <a:pt x="114595" y="165068"/>
                  <a:pt x="110300" y="168414"/>
                  <a:pt x="105098" y="169055"/>
                </a:cubicBezTo>
                <a:close/>
                <a:moveTo>
                  <a:pt x="153281" y="125723"/>
                </a:moveTo>
                <a:cubicBezTo>
                  <a:pt x="149227" y="128079"/>
                  <a:pt x="144898" y="129879"/>
                  <a:pt x="140413" y="131076"/>
                </a:cubicBezTo>
                <a:cubicBezTo>
                  <a:pt x="138216" y="131662"/>
                  <a:pt x="136639" y="133591"/>
                  <a:pt x="136502" y="135864"/>
                </a:cubicBezTo>
                <a:lnTo>
                  <a:pt x="135706" y="149010"/>
                </a:lnTo>
                <a:lnTo>
                  <a:pt x="118886" y="149010"/>
                </a:lnTo>
                <a:lnTo>
                  <a:pt x="117894" y="136013"/>
                </a:lnTo>
                <a:cubicBezTo>
                  <a:pt x="117721" y="133740"/>
                  <a:pt x="116114" y="131835"/>
                  <a:pt x="113909" y="131285"/>
                </a:cubicBezTo>
                <a:cubicBezTo>
                  <a:pt x="109130" y="130091"/>
                  <a:pt x="104529" y="128219"/>
                  <a:pt x="100231" y="125723"/>
                </a:cubicBezTo>
                <a:cubicBezTo>
                  <a:pt x="98264" y="124578"/>
                  <a:pt x="95790" y="124826"/>
                  <a:pt x="94087" y="126337"/>
                </a:cubicBezTo>
                <a:lnTo>
                  <a:pt x="84235" y="135077"/>
                </a:lnTo>
                <a:lnTo>
                  <a:pt x="72342" y="123161"/>
                </a:lnTo>
                <a:lnTo>
                  <a:pt x="80815" y="113265"/>
                </a:lnTo>
                <a:cubicBezTo>
                  <a:pt x="82298" y="111537"/>
                  <a:pt x="82504" y="109049"/>
                  <a:pt x="81334" y="107098"/>
                </a:cubicBezTo>
                <a:cubicBezTo>
                  <a:pt x="78785" y="102852"/>
                  <a:pt x="76846" y="98267"/>
                  <a:pt x="75575" y="93476"/>
                </a:cubicBezTo>
                <a:cubicBezTo>
                  <a:pt x="74990" y="91274"/>
                  <a:pt x="73064" y="89695"/>
                  <a:pt x="70796" y="89557"/>
                </a:cubicBezTo>
                <a:lnTo>
                  <a:pt x="57675" y="88756"/>
                </a:lnTo>
                <a:lnTo>
                  <a:pt x="57675" y="71906"/>
                </a:lnTo>
                <a:lnTo>
                  <a:pt x="70647" y="70912"/>
                </a:lnTo>
                <a:cubicBezTo>
                  <a:pt x="72916" y="70739"/>
                  <a:pt x="74817" y="69129"/>
                  <a:pt x="75366" y="66919"/>
                </a:cubicBezTo>
                <a:cubicBezTo>
                  <a:pt x="76555" y="62134"/>
                  <a:pt x="78423" y="57521"/>
                  <a:pt x="80917" y="53215"/>
                </a:cubicBezTo>
                <a:cubicBezTo>
                  <a:pt x="82057" y="51244"/>
                  <a:pt x="81812" y="48765"/>
                  <a:pt x="80304" y="47058"/>
                </a:cubicBezTo>
                <a:lnTo>
                  <a:pt x="71581" y="37187"/>
                </a:lnTo>
                <a:lnTo>
                  <a:pt x="83474" y="25271"/>
                </a:lnTo>
                <a:lnTo>
                  <a:pt x="93351" y="33761"/>
                </a:lnTo>
                <a:cubicBezTo>
                  <a:pt x="95075" y="35247"/>
                  <a:pt x="97556" y="35456"/>
                  <a:pt x="99506" y="34281"/>
                </a:cubicBezTo>
                <a:cubicBezTo>
                  <a:pt x="103988" y="31581"/>
                  <a:pt x="108833" y="29570"/>
                  <a:pt x="113909" y="28301"/>
                </a:cubicBezTo>
                <a:cubicBezTo>
                  <a:pt x="116117" y="27751"/>
                  <a:pt x="117721" y="25846"/>
                  <a:pt x="117894" y="23573"/>
                </a:cubicBezTo>
                <a:lnTo>
                  <a:pt x="118886" y="10576"/>
                </a:lnTo>
                <a:lnTo>
                  <a:pt x="135706" y="10576"/>
                </a:lnTo>
                <a:lnTo>
                  <a:pt x="136502" y="23722"/>
                </a:lnTo>
                <a:cubicBezTo>
                  <a:pt x="136639" y="25995"/>
                  <a:pt x="138216" y="27924"/>
                  <a:pt x="140413" y="28510"/>
                </a:cubicBezTo>
                <a:cubicBezTo>
                  <a:pt x="145198" y="29787"/>
                  <a:pt x="149771" y="31727"/>
                  <a:pt x="154012" y="34281"/>
                </a:cubicBezTo>
                <a:cubicBezTo>
                  <a:pt x="155959" y="35456"/>
                  <a:pt x="158439" y="35247"/>
                  <a:pt x="160167" y="33764"/>
                </a:cubicBezTo>
                <a:lnTo>
                  <a:pt x="170041" y="25274"/>
                </a:lnTo>
                <a:lnTo>
                  <a:pt x="181933" y="37187"/>
                </a:lnTo>
                <a:lnTo>
                  <a:pt x="173213" y="47058"/>
                </a:lnTo>
                <a:cubicBezTo>
                  <a:pt x="171705" y="48765"/>
                  <a:pt x="171458" y="51244"/>
                  <a:pt x="172598" y="53215"/>
                </a:cubicBezTo>
                <a:cubicBezTo>
                  <a:pt x="175092" y="57524"/>
                  <a:pt x="176959" y="62134"/>
                  <a:pt x="178149" y="66919"/>
                </a:cubicBezTo>
                <a:cubicBezTo>
                  <a:pt x="178698" y="69132"/>
                  <a:pt x="180601" y="70742"/>
                  <a:pt x="182867" y="70915"/>
                </a:cubicBezTo>
                <a:lnTo>
                  <a:pt x="195842" y="71906"/>
                </a:lnTo>
                <a:lnTo>
                  <a:pt x="195842" y="88756"/>
                </a:lnTo>
                <a:lnTo>
                  <a:pt x="182722" y="89557"/>
                </a:lnTo>
                <a:cubicBezTo>
                  <a:pt x="180450" y="89695"/>
                  <a:pt x="178528" y="91274"/>
                  <a:pt x="177943" y="93476"/>
                </a:cubicBezTo>
                <a:cubicBezTo>
                  <a:pt x="176668" y="98270"/>
                  <a:pt x="174732" y="102852"/>
                  <a:pt x="172183" y="107098"/>
                </a:cubicBezTo>
                <a:cubicBezTo>
                  <a:pt x="171010" y="109052"/>
                  <a:pt x="171219" y="111537"/>
                  <a:pt x="172699" y="113265"/>
                </a:cubicBezTo>
                <a:lnTo>
                  <a:pt x="181173" y="123161"/>
                </a:lnTo>
                <a:lnTo>
                  <a:pt x="169280" y="135077"/>
                </a:lnTo>
                <a:lnTo>
                  <a:pt x="159428" y="126337"/>
                </a:lnTo>
                <a:cubicBezTo>
                  <a:pt x="157725" y="124826"/>
                  <a:pt x="155248" y="124578"/>
                  <a:pt x="153281" y="125723"/>
                </a:cubicBezTo>
                <a:close/>
                <a:moveTo>
                  <a:pt x="254212" y="144805"/>
                </a:moveTo>
                <a:cubicBezTo>
                  <a:pt x="252018" y="144940"/>
                  <a:pt x="250134" y="146426"/>
                  <a:pt x="249488" y="148531"/>
                </a:cubicBezTo>
                <a:cubicBezTo>
                  <a:pt x="248857" y="150601"/>
                  <a:pt x="248005" y="152604"/>
                  <a:pt x="246967" y="154487"/>
                </a:cubicBezTo>
                <a:cubicBezTo>
                  <a:pt x="245896" y="156421"/>
                  <a:pt x="246140" y="158815"/>
                  <a:pt x="247577" y="160494"/>
                </a:cubicBezTo>
                <a:lnTo>
                  <a:pt x="255187" y="169380"/>
                </a:lnTo>
                <a:lnTo>
                  <a:pt x="249079" y="175506"/>
                </a:lnTo>
                <a:lnTo>
                  <a:pt x="240273" y="167696"/>
                </a:lnTo>
                <a:cubicBezTo>
                  <a:pt x="238620" y="166229"/>
                  <a:pt x="236231" y="165949"/>
                  <a:pt x="234286" y="166994"/>
                </a:cubicBezTo>
                <a:cubicBezTo>
                  <a:pt x="232550" y="167922"/>
                  <a:pt x="230696" y="168695"/>
                  <a:pt x="228776" y="169284"/>
                </a:cubicBezTo>
                <a:cubicBezTo>
                  <a:pt x="226675" y="169931"/>
                  <a:pt x="225192" y="171816"/>
                  <a:pt x="225057" y="174017"/>
                </a:cubicBezTo>
                <a:lnTo>
                  <a:pt x="224341" y="185774"/>
                </a:lnTo>
                <a:lnTo>
                  <a:pt x="215703" y="185774"/>
                </a:lnTo>
                <a:lnTo>
                  <a:pt x="214810" y="174086"/>
                </a:lnTo>
                <a:cubicBezTo>
                  <a:pt x="214642" y="171884"/>
                  <a:pt x="213124" y="170019"/>
                  <a:pt x="211006" y="169408"/>
                </a:cubicBezTo>
                <a:cubicBezTo>
                  <a:pt x="208913" y="168805"/>
                  <a:pt x="206903" y="167993"/>
                  <a:pt x="205032" y="166992"/>
                </a:cubicBezTo>
                <a:cubicBezTo>
                  <a:pt x="203087" y="165951"/>
                  <a:pt x="200698" y="166232"/>
                  <a:pt x="199047" y="167696"/>
                </a:cubicBezTo>
                <a:lnTo>
                  <a:pt x="190239" y="175506"/>
                </a:lnTo>
                <a:lnTo>
                  <a:pt x="184131" y="169380"/>
                </a:lnTo>
                <a:lnTo>
                  <a:pt x="191744" y="160494"/>
                </a:lnTo>
                <a:cubicBezTo>
                  <a:pt x="193181" y="158815"/>
                  <a:pt x="193422" y="156421"/>
                  <a:pt x="192354" y="154487"/>
                </a:cubicBezTo>
                <a:cubicBezTo>
                  <a:pt x="191313" y="152604"/>
                  <a:pt x="190464" y="150601"/>
                  <a:pt x="189832" y="148534"/>
                </a:cubicBezTo>
                <a:cubicBezTo>
                  <a:pt x="189187" y="146426"/>
                  <a:pt x="187303" y="144940"/>
                  <a:pt x="185108" y="144805"/>
                </a:cubicBezTo>
                <a:lnTo>
                  <a:pt x="174965" y="144186"/>
                </a:lnTo>
                <a:cubicBezTo>
                  <a:pt x="175314" y="143922"/>
                  <a:pt x="175655" y="143641"/>
                  <a:pt x="175970" y="143325"/>
                </a:cubicBezTo>
                <a:cubicBezTo>
                  <a:pt x="175970" y="143325"/>
                  <a:pt x="192065" y="124843"/>
                  <a:pt x="192134" y="124713"/>
                </a:cubicBezTo>
                <a:cubicBezTo>
                  <a:pt x="193156" y="122768"/>
                  <a:pt x="192870" y="120390"/>
                  <a:pt x="191417" y="118744"/>
                </a:cubicBezTo>
                <a:lnTo>
                  <a:pt x="187578" y="114399"/>
                </a:lnTo>
                <a:lnTo>
                  <a:pt x="187536" y="114349"/>
                </a:lnTo>
                <a:cubicBezTo>
                  <a:pt x="187509" y="114319"/>
                  <a:pt x="187481" y="114286"/>
                  <a:pt x="187454" y="114256"/>
                </a:cubicBezTo>
                <a:lnTo>
                  <a:pt x="187363" y="114154"/>
                </a:lnTo>
                <a:lnTo>
                  <a:pt x="183683" y="109855"/>
                </a:lnTo>
                <a:lnTo>
                  <a:pt x="189725" y="103796"/>
                </a:lnTo>
                <a:lnTo>
                  <a:pt x="198597" y="111427"/>
                </a:lnTo>
                <a:cubicBezTo>
                  <a:pt x="200272" y="112869"/>
                  <a:pt x="202665" y="113114"/>
                  <a:pt x="204595" y="112038"/>
                </a:cubicBezTo>
                <a:cubicBezTo>
                  <a:pt x="206592" y="110926"/>
                  <a:pt x="208751" y="110031"/>
                  <a:pt x="211011" y="109379"/>
                </a:cubicBezTo>
                <a:cubicBezTo>
                  <a:pt x="213126" y="108766"/>
                  <a:pt x="214642" y="106903"/>
                  <a:pt x="214810" y="104701"/>
                </a:cubicBezTo>
                <a:lnTo>
                  <a:pt x="215703" y="93016"/>
                </a:lnTo>
                <a:lnTo>
                  <a:pt x="224341" y="93016"/>
                </a:lnTo>
                <a:lnTo>
                  <a:pt x="225057" y="104778"/>
                </a:lnTo>
                <a:cubicBezTo>
                  <a:pt x="225192" y="106980"/>
                  <a:pt x="226672" y="108865"/>
                  <a:pt x="228776" y="109511"/>
                </a:cubicBezTo>
                <a:cubicBezTo>
                  <a:pt x="230842" y="110147"/>
                  <a:pt x="232841" y="110997"/>
                  <a:pt x="234720" y="112040"/>
                </a:cubicBezTo>
                <a:cubicBezTo>
                  <a:pt x="236651" y="113111"/>
                  <a:pt x="239040" y="112869"/>
                  <a:pt x="240713" y="111427"/>
                </a:cubicBezTo>
                <a:lnTo>
                  <a:pt x="249593" y="103796"/>
                </a:lnTo>
                <a:lnTo>
                  <a:pt x="255616" y="109836"/>
                </a:lnTo>
                <a:cubicBezTo>
                  <a:pt x="255069" y="110298"/>
                  <a:pt x="254616" y="110865"/>
                  <a:pt x="254295" y="111512"/>
                </a:cubicBezTo>
                <a:lnTo>
                  <a:pt x="247903" y="118744"/>
                </a:lnTo>
                <a:cubicBezTo>
                  <a:pt x="246440" y="120401"/>
                  <a:pt x="246159" y="122790"/>
                  <a:pt x="247200" y="124741"/>
                </a:cubicBezTo>
                <a:cubicBezTo>
                  <a:pt x="248197" y="126612"/>
                  <a:pt x="249013" y="128629"/>
                  <a:pt x="249623" y="130743"/>
                </a:cubicBezTo>
                <a:cubicBezTo>
                  <a:pt x="250238" y="132859"/>
                  <a:pt x="252095" y="134370"/>
                  <a:pt x="254287" y="134540"/>
                </a:cubicBezTo>
                <a:lnTo>
                  <a:pt x="256275" y="134692"/>
                </a:lnTo>
                <a:cubicBezTo>
                  <a:pt x="258132" y="138302"/>
                  <a:pt x="260700" y="141555"/>
                  <a:pt x="263886" y="144216"/>
                </a:cubicBezTo>
                <a:close/>
                <a:moveTo>
                  <a:pt x="341894" y="301133"/>
                </a:moveTo>
                <a:lnTo>
                  <a:pt x="340222" y="301133"/>
                </a:lnTo>
                <a:lnTo>
                  <a:pt x="308867" y="264559"/>
                </a:lnTo>
                <a:cubicBezTo>
                  <a:pt x="307730" y="263233"/>
                  <a:pt x="307145" y="261540"/>
                  <a:pt x="307221" y="259793"/>
                </a:cubicBezTo>
                <a:lnTo>
                  <a:pt x="309202" y="214072"/>
                </a:lnTo>
                <a:lnTo>
                  <a:pt x="331581" y="223264"/>
                </a:lnTo>
                <a:lnTo>
                  <a:pt x="323204" y="257151"/>
                </a:lnTo>
                <a:cubicBezTo>
                  <a:pt x="322297" y="260817"/>
                  <a:pt x="322764" y="264680"/>
                  <a:pt x="324519" y="268024"/>
                </a:cubicBezTo>
                <a:close/>
                <a:moveTo>
                  <a:pt x="291961" y="255450"/>
                </a:moveTo>
                <a:cubicBezTo>
                  <a:pt x="288962" y="258224"/>
                  <a:pt x="287127" y="262006"/>
                  <a:pt x="286792" y="266114"/>
                </a:cubicBezTo>
                <a:lnTo>
                  <a:pt x="284043" y="301133"/>
                </a:lnTo>
                <a:lnTo>
                  <a:pt x="281582" y="301133"/>
                </a:lnTo>
                <a:lnTo>
                  <a:pt x="276902" y="255960"/>
                </a:lnTo>
                <a:cubicBezTo>
                  <a:pt x="276759" y="254559"/>
                  <a:pt x="277127" y="253164"/>
                  <a:pt x="277940" y="252032"/>
                </a:cubicBezTo>
                <a:lnTo>
                  <a:pt x="298215" y="223789"/>
                </a:lnTo>
                <a:lnTo>
                  <a:pt x="297048" y="250734"/>
                </a:lnTo>
                <a:close/>
              </a:path>
            </a:pathLst>
          </a:custGeom>
          <a:solidFill>
            <a:srgbClr val="000000"/>
          </a:solidFill>
          <a:ln w="688" cap="flat">
            <a:noFill/>
            <a:prstDash val="solid"/>
            <a:miter/>
          </a:ln>
        </p:spPr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/>
          </a:p>
        </p:txBody>
      </p:sp>
      <p:grpSp>
        <p:nvGrpSpPr>
          <p:cNvPr id="45" name="Graphique 108">
            <a:extLst>
              <a:ext uri="{FF2B5EF4-FFF2-40B4-BE49-F238E27FC236}">
                <a16:creationId xmlns:a16="http://schemas.microsoft.com/office/drawing/2014/main" id="{B1DCD7E1-E93D-EE96-D41C-C2D51FBF24AF}"/>
              </a:ext>
            </a:extLst>
          </p:cNvPr>
          <p:cNvGrpSpPr/>
          <p:nvPr/>
        </p:nvGrpSpPr>
        <p:grpSpPr>
          <a:xfrm>
            <a:off x="6904227" y="2937174"/>
            <a:ext cx="491794" cy="498580"/>
            <a:chOff x="944206" y="4060990"/>
            <a:chExt cx="337500" cy="315000"/>
          </a:xfrm>
          <a:solidFill>
            <a:srgbClr val="000000"/>
          </a:solidFill>
        </p:grpSpPr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982CC190-00CC-68A3-AAED-DE11E1642ABD}"/>
                </a:ext>
              </a:extLst>
            </p:cNvPr>
            <p:cNvSpPr/>
            <p:nvPr/>
          </p:nvSpPr>
          <p:spPr>
            <a:xfrm>
              <a:off x="944206" y="4060990"/>
              <a:ext cx="337500" cy="315000"/>
            </a:xfrm>
            <a:custGeom>
              <a:avLst/>
              <a:gdLst>
                <a:gd name="connsiteX0" fmla="*/ 320625 w 337500"/>
                <a:gd name="connsiteY0" fmla="*/ 90000 h 315000"/>
                <a:gd name="connsiteX1" fmla="*/ 337500 w 337500"/>
                <a:gd name="connsiteY1" fmla="*/ 73125 h 315000"/>
                <a:gd name="connsiteX2" fmla="*/ 337500 w 337500"/>
                <a:gd name="connsiteY2" fmla="*/ 16875 h 315000"/>
                <a:gd name="connsiteX3" fmla="*/ 320625 w 337500"/>
                <a:gd name="connsiteY3" fmla="*/ 0 h 315000"/>
                <a:gd name="connsiteX4" fmla="*/ 16875 w 337500"/>
                <a:gd name="connsiteY4" fmla="*/ 0 h 315000"/>
                <a:gd name="connsiteX5" fmla="*/ 0 w 337500"/>
                <a:gd name="connsiteY5" fmla="*/ 16875 h 315000"/>
                <a:gd name="connsiteX6" fmla="*/ 0 w 337500"/>
                <a:gd name="connsiteY6" fmla="*/ 73125 h 315000"/>
                <a:gd name="connsiteX7" fmla="*/ 16875 w 337500"/>
                <a:gd name="connsiteY7" fmla="*/ 90000 h 315000"/>
                <a:gd name="connsiteX8" fmla="*/ 28125 w 337500"/>
                <a:gd name="connsiteY8" fmla="*/ 90000 h 315000"/>
                <a:gd name="connsiteX9" fmla="*/ 28125 w 337500"/>
                <a:gd name="connsiteY9" fmla="*/ 101250 h 315000"/>
                <a:gd name="connsiteX10" fmla="*/ 16875 w 337500"/>
                <a:gd name="connsiteY10" fmla="*/ 101250 h 315000"/>
                <a:gd name="connsiteX11" fmla="*/ 0 w 337500"/>
                <a:gd name="connsiteY11" fmla="*/ 118125 h 315000"/>
                <a:gd name="connsiteX12" fmla="*/ 0 w 337500"/>
                <a:gd name="connsiteY12" fmla="*/ 174375 h 315000"/>
                <a:gd name="connsiteX13" fmla="*/ 16875 w 337500"/>
                <a:gd name="connsiteY13" fmla="*/ 191250 h 315000"/>
                <a:gd name="connsiteX14" fmla="*/ 28125 w 337500"/>
                <a:gd name="connsiteY14" fmla="*/ 191250 h 315000"/>
                <a:gd name="connsiteX15" fmla="*/ 28125 w 337500"/>
                <a:gd name="connsiteY15" fmla="*/ 202500 h 315000"/>
                <a:gd name="connsiteX16" fmla="*/ 16875 w 337500"/>
                <a:gd name="connsiteY16" fmla="*/ 202500 h 315000"/>
                <a:gd name="connsiteX17" fmla="*/ 0 w 337500"/>
                <a:gd name="connsiteY17" fmla="*/ 219375 h 315000"/>
                <a:gd name="connsiteX18" fmla="*/ 0 w 337500"/>
                <a:gd name="connsiteY18" fmla="*/ 275625 h 315000"/>
                <a:gd name="connsiteX19" fmla="*/ 16875 w 337500"/>
                <a:gd name="connsiteY19" fmla="*/ 292500 h 315000"/>
                <a:gd name="connsiteX20" fmla="*/ 28125 w 337500"/>
                <a:gd name="connsiteY20" fmla="*/ 292500 h 315000"/>
                <a:gd name="connsiteX21" fmla="*/ 28125 w 337500"/>
                <a:gd name="connsiteY21" fmla="*/ 315000 h 315000"/>
                <a:gd name="connsiteX22" fmla="*/ 309375 w 337500"/>
                <a:gd name="connsiteY22" fmla="*/ 315000 h 315000"/>
                <a:gd name="connsiteX23" fmla="*/ 309375 w 337500"/>
                <a:gd name="connsiteY23" fmla="*/ 292500 h 315000"/>
                <a:gd name="connsiteX24" fmla="*/ 320625 w 337500"/>
                <a:gd name="connsiteY24" fmla="*/ 292500 h 315000"/>
                <a:gd name="connsiteX25" fmla="*/ 337500 w 337500"/>
                <a:gd name="connsiteY25" fmla="*/ 275625 h 315000"/>
                <a:gd name="connsiteX26" fmla="*/ 337500 w 337500"/>
                <a:gd name="connsiteY26" fmla="*/ 219375 h 315000"/>
                <a:gd name="connsiteX27" fmla="*/ 320625 w 337500"/>
                <a:gd name="connsiteY27" fmla="*/ 202500 h 315000"/>
                <a:gd name="connsiteX28" fmla="*/ 309375 w 337500"/>
                <a:gd name="connsiteY28" fmla="*/ 202500 h 315000"/>
                <a:gd name="connsiteX29" fmla="*/ 309375 w 337500"/>
                <a:gd name="connsiteY29" fmla="*/ 191250 h 315000"/>
                <a:gd name="connsiteX30" fmla="*/ 320625 w 337500"/>
                <a:gd name="connsiteY30" fmla="*/ 191250 h 315000"/>
                <a:gd name="connsiteX31" fmla="*/ 337500 w 337500"/>
                <a:gd name="connsiteY31" fmla="*/ 174375 h 315000"/>
                <a:gd name="connsiteX32" fmla="*/ 337500 w 337500"/>
                <a:gd name="connsiteY32" fmla="*/ 118125 h 315000"/>
                <a:gd name="connsiteX33" fmla="*/ 320625 w 337500"/>
                <a:gd name="connsiteY33" fmla="*/ 101250 h 315000"/>
                <a:gd name="connsiteX34" fmla="*/ 309375 w 337500"/>
                <a:gd name="connsiteY34" fmla="*/ 101250 h 315000"/>
                <a:gd name="connsiteX35" fmla="*/ 309375 w 337500"/>
                <a:gd name="connsiteY35" fmla="*/ 90000 h 315000"/>
                <a:gd name="connsiteX36" fmla="*/ 16875 w 337500"/>
                <a:gd name="connsiteY36" fmla="*/ 78750 h 315000"/>
                <a:gd name="connsiteX37" fmla="*/ 11250 w 337500"/>
                <a:gd name="connsiteY37" fmla="*/ 73125 h 315000"/>
                <a:gd name="connsiteX38" fmla="*/ 11250 w 337500"/>
                <a:gd name="connsiteY38" fmla="*/ 16875 h 315000"/>
                <a:gd name="connsiteX39" fmla="*/ 16875 w 337500"/>
                <a:gd name="connsiteY39" fmla="*/ 11250 h 315000"/>
                <a:gd name="connsiteX40" fmla="*/ 320625 w 337500"/>
                <a:gd name="connsiteY40" fmla="*/ 11250 h 315000"/>
                <a:gd name="connsiteX41" fmla="*/ 326250 w 337500"/>
                <a:gd name="connsiteY41" fmla="*/ 16875 h 315000"/>
                <a:gd name="connsiteX42" fmla="*/ 326250 w 337500"/>
                <a:gd name="connsiteY42" fmla="*/ 73125 h 315000"/>
                <a:gd name="connsiteX43" fmla="*/ 320625 w 337500"/>
                <a:gd name="connsiteY43" fmla="*/ 78750 h 315000"/>
                <a:gd name="connsiteX44" fmla="*/ 298125 w 337500"/>
                <a:gd name="connsiteY44" fmla="*/ 303750 h 315000"/>
                <a:gd name="connsiteX45" fmla="*/ 39375 w 337500"/>
                <a:gd name="connsiteY45" fmla="*/ 303750 h 315000"/>
                <a:gd name="connsiteX46" fmla="*/ 39375 w 337500"/>
                <a:gd name="connsiteY46" fmla="*/ 292500 h 315000"/>
                <a:gd name="connsiteX47" fmla="*/ 298125 w 337500"/>
                <a:gd name="connsiteY47" fmla="*/ 292500 h 315000"/>
                <a:gd name="connsiteX48" fmla="*/ 320625 w 337500"/>
                <a:gd name="connsiteY48" fmla="*/ 213750 h 315000"/>
                <a:gd name="connsiteX49" fmla="*/ 326250 w 337500"/>
                <a:gd name="connsiteY49" fmla="*/ 219375 h 315000"/>
                <a:gd name="connsiteX50" fmla="*/ 326250 w 337500"/>
                <a:gd name="connsiteY50" fmla="*/ 275625 h 315000"/>
                <a:gd name="connsiteX51" fmla="*/ 320625 w 337500"/>
                <a:gd name="connsiteY51" fmla="*/ 281250 h 315000"/>
                <a:gd name="connsiteX52" fmla="*/ 16875 w 337500"/>
                <a:gd name="connsiteY52" fmla="*/ 281250 h 315000"/>
                <a:gd name="connsiteX53" fmla="*/ 11250 w 337500"/>
                <a:gd name="connsiteY53" fmla="*/ 275625 h 315000"/>
                <a:gd name="connsiteX54" fmla="*/ 11250 w 337500"/>
                <a:gd name="connsiteY54" fmla="*/ 219375 h 315000"/>
                <a:gd name="connsiteX55" fmla="*/ 16875 w 337500"/>
                <a:gd name="connsiteY55" fmla="*/ 213750 h 315000"/>
                <a:gd name="connsiteX56" fmla="*/ 298125 w 337500"/>
                <a:gd name="connsiteY56" fmla="*/ 202500 h 315000"/>
                <a:gd name="connsiteX57" fmla="*/ 39375 w 337500"/>
                <a:gd name="connsiteY57" fmla="*/ 202500 h 315000"/>
                <a:gd name="connsiteX58" fmla="*/ 39375 w 337500"/>
                <a:gd name="connsiteY58" fmla="*/ 191250 h 315000"/>
                <a:gd name="connsiteX59" fmla="*/ 298125 w 337500"/>
                <a:gd name="connsiteY59" fmla="*/ 191250 h 315000"/>
                <a:gd name="connsiteX60" fmla="*/ 320625 w 337500"/>
                <a:gd name="connsiteY60" fmla="*/ 112500 h 315000"/>
                <a:gd name="connsiteX61" fmla="*/ 326250 w 337500"/>
                <a:gd name="connsiteY61" fmla="*/ 118125 h 315000"/>
                <a:gd name="connsiteX62" fmla="*/ 326250 w 337500"/>
                <a:gd name="connsiteY62" fmla="*/ 174375 h 315000"/>
                <a:gd name="connsiteX63" fmla="*/ 320625 w 337500"/>
                <a:gd name="connsiteY63" fmla="*/ 180000 h 315000"/>
                <a:gd name="connsiteX64" fmla="*/ 16875 w 337500"/>
                <a:gd name="connsiteY64" fmla="*/ 180000 h 315000"/>
                <a:gd name="connsiteX65" fmla="*/ 11250 w 337500"/>
                <a:gd name="connsiteY65" fmla="*/ 174375 h 315000"/>
                <a:gd name="connsiteX66" fmla="*/ 11250 w 337500"/>
                <a:gd name="connsiteY66" fmla="*/ 118125 h 315000"/>
                <a:gd name="connsiteX67" fmla="*/ 16875 w 337500"/>
                <a:gd name="connsiteY67" fmla="*/ 112500 h 315000"/>
                <a:gd name="connsiteX68" fmla="*/ 298125 w 337500"/>
                <a:gd name="connsiteY68" fmla="*/ 101250 h 315000"/>
                <a:gd name="connsiteX69" fmla="*/ 39375 w 337500"/>
                <a:gd name="connsiteY69" fmla="*/ 101250 h 315000"/>
                <a:gd name="connsiteX70" fmla="*/ 39375 w 337500"/>
                <a:gd name="connsiteY70" fmla="*/ 90000 h 315000"/>
                <a:gd name="connsiteX71" fmla="*/ 298125 w 337500"/>
                <a:gd name="connsiteY71" fmla="*/ 90000 h 31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37500" h="315000">
                  <a:moveTo>
                    <a:pt x="320625" y="90000"/>
                  </a:moveTo>
                  <a:cubicBezTo>
                    <a:pt x="329945" y="90000"/>
                    <a:pt x="337500" y="82445"/>
                    <a:pt x="337500" y="73125"/>
                  </a:cubicBezTo>
                  <a:lnTo>
                    <a:pt x="337500" y="16875"/>
                  </a:lnTo>
                  <a:cubicBezTo>
                    <a:pt x="337500" y="7555"/>
                    <a:pt x="329945" y="0"/>
                    <a:pt x="320625" y="0"/>
                  </a:cubicBezTo>
                  <a:lnTo>
                    <a:pt x="16875" y="0"/>
                  </a:lnTo>
                  <a:cubicBezTo>
                    <a:pt x="7555" y="0"/>
                    <a:pt x="0" y="7555"/>
                    <a:pt x="0" y="16875"/>
                  </a:cubicBezTo>
                  <a:lnTo>
                    <a:pt x="0" y="73125"/>
                  </a:lnTo>
                  <a:cubicBezTo>
                    <a:pt x="0" y="82445"/>
                    <a:pt x="7555" y="90000"/>
                    <a:pt x="16875" y="90000"/>
                  </a:cubicBezTo>
                  <a:lnTo>
                    <a:pt x="28125" y="90000"/>
                  </a:lnTo>
                  <a:lnTo>
                    <a:pt x="28125" y="101250"/>
                  </a:lnTo>
                  <a:lnTo>
                    <a:pt x="16875" y="101250"/>
                  </a:lnTo>
                  <a:cubicBezTo>
                    <a:pt x="7555" y="101250"/>
                    <a:pt x="0" y="108805"/>
                    <a:pt x="0" y="118125"/>
                  </a:cubicBezTo>
                  <a:lnTo>
                    <a:pt x="0" y="174375"/>
                  </a:lnTo>
                  <a:cubicBezTo>
                    <a:pt x="0" y="183695"/>
                    <a:pt x="7555" y="191250"/>
                    <a:pt x="16875" y="191250"/>
                  </a:cubicBezTo>
                  <a:lnTo>
                    <a:pt x="28125" y="191250"/>
                  </a:lnTo>
                  <a:lnTo>
                    <a:pt x="28125" y="202500"/>
                  </a:lnTo>
                  <a:lnTo>
                    <a:pt x="16875" y="202500"/>
                  </a:lnTo>
                  <a:cubicBezTo>
                    <a:pt x="7555" y="202500"/>
                    <a:pt x="0" y="210055"/>
                    <a:pt x="0" y="219375"/>
                  </a:cubicBezTo>
                  <a:lnTo>
                    <a:pt x="0" y="275625"/>
                  </a:lnTo>
                  <a:cubicBezTo>
                    <a:pt x="0" y="284945"/>
                    <a:pt x="7555" y="292500"/>
                    <a:pt x="16875" y="292500"/>
                  </a:cubicBezTo>
                  <a:lnTo>
                    <a:pt x="28125" y="292500"/>
                  </a:lnTo>
                  <a:lnTo>
                    <a:pt x="28125" y="315000"/>
                  </a:lnTo>
                  <a:lnTo>
                    <a:pt x="309375" y="315000"/>
                  </a:lnTo>
                  <a:lnTo>
                    <a:pt x="309375" y="292500"/>
                  </a:lnTo>
                  <a:lnTo>
                    <a:pt x="320625" y="292500"/>
                  </a:lnTo>
                  <a:cubicBezTo>
                    <a:pt x="329945" y="292500"/>
                    <a:pt x="337500" y="284945"/>
                    <a:pt x="337500" y="275625"/>
                  </a:cubicBezTo>
                  <a:lnTo>
                    <a:pt x="337500" y="219375"/>
                  </a:lnTo>
                  <a:cubicBezTo>
                    <a:pt x="337500" y="210055"/>
                    <a:pt x="329945" y="202500"/>
                    <a:pt x="320625" y="202500"/>
                  </a:cubicBezTo>
                  <a:lnTo>
                    <a:pt x="309375" y="202500"/>
                  </a:lnTo>
                  <a:lnTo>
                    <a:pt x="309375" y="191250"/>
                  </a:lnTo>
                  <a:lnTo>
                    <a:pt x="320625" y="191250"/>
                  </a:lnTo>
                  <a:cubicBezTo>
                    <a:pt x="329945" y="191250"/>
                    <a:pt x="337500" y="183695"/>
                    <a:pt x="337500" y="174375"/>
                  </a:cubicBezTo>
                  <a:lnTo>
                    <a:pt x="337500" y="118125"/>
                  </a:lnTo>
                  <a:cubicBezTo>
                    <a:pt x="337500" y="108805"/>
                    <a:pt x="329945" y="101250"/>
                    <a:pt x="320625" y="101250"/>
                  </a:cubicBezTo>
                  <a:lnTo>
                    <a:pt x="309375" y="101250"/>
                  </a:lnTo>
                  <a:lnTo>
                    <a:pt x="309375" y="90000"/>
                  </a:lnTo>
                  <a:close/>
                  <a:moveTo>
                    <a:pt x="16875" y="78750"/>
                  </a:moveTo>
                  <a:cubicBezTo>
                    <a:pt x="13768" y="78750"/>
                    <a:pt x="11250" y="76232"/>
                    <a:pt x="11250" y="73125"/>
                  </a:cubicBezTo>
                  <a:lnTo>
                    <a:pt x="11250" y="16875"/>
                  </a:lnTo>
                  <a:cubicBezTo>
                    <a:pt x="11250" y="13768"/>
                    <a:pt x="13768" y="11250"/>
                    <a:pt x="16875" y="11250"/>
                  </a:cubicBezTo>
                  <a:lnTo>
                    <a:pt x="320625" y="11250"/>
                  </a:lnTo>
                  <a:cubicBezTo>
                    <a:pt x="323732" y="11250"/>
                    <a:pt x="326250" y="13768"/>
                    <a:pt x="326250" y="16875"/>
                  </a:cubicBezTo>
                  <a:lnTo>
                    <a:pt x="326250" y="73125"/>
                  </a:lnTo>
                  <a:cubicBezTo>
                    <a:pt x="326250" y="76232"/>
                    <a:pt x="323732" y="78750"/>
                    <a:pt x="320625" y="78750"/>
                  </a:cubicBezTo>
                  <a:close/>
                  <a:moveTo>
                    <a:pt x="298125" y="303750"/>
                  </a:moveTo>
                  <a:lnTo>
                    <a:pt x="39375" y="303750"/>
                  </a:lnTo>
                  <a:lnTo>
                    <a:pt x="39375" y="292500"/>
                  </a:lnTo>
                  <a:lnTo>
                    <a:pt x="298125" y="292500"/>
                  </a:lnTo>
                  <a:close/>
                  <a:moveTo>
                    <a:pt x="320625" y="213750"/>
                  </a:moveTo>
                  <a:cubicBezTo>
                    <a:pt x="323732" y="213750"/>
                    <a:pt x="326250" y="216268"/>
                    <a:pt x="326250" y="219375"/>
                  </a:cubicBezTo>
                  <a:lnTo>
                    <a:pt x="326250" y="275625"/>
                  </a:lnTo>
                  <a:cubicBezTo>
                    <a:pt x="326250" y="278732"/>
                    <a:pt x="323732" y="281250"/>
                    <a:pt x="320625" y="281250"/>
                  </a:cubicBezTo>
                  <a:lnTo>
                    <a:pt x="16875" y="281250"/>
                  </a:lnTo>
                  <a:cubicBezTo>
                    <a:pt x="13768" y="281250"/>
                    <a:pt x="11250" y="278732"/>
                    <a:pt x="11250" y="275625"/>
                  </a:cubicBezTo>
                  <a:lnTo>
                    <a:pt x="11250" y="219375"/>
                  </a:lnTo>
                  <a:cubicBezTo>
                    <a:pt x="11250" y="216268"/>
                    <a:pt x="13768" y="213750"/>
                    <a:pt x="16875" y="213750"/>
                  </a:cubicBezTo>
                  <a:close/>
                  <a:moveTo>
                    <a:pt x="298125" y="202500"/>
                  </a:moveTo>
                  <a:lnTo>
                    <a:pt x="39375" y="202500"/>
                  </a:lnTo>
                  <a:lnTo>
                    <a:pt x="39375" y="191250"/>
                  </a:lnTo>
                  <a:lnTo>
                    <a:pt x="298125" y="191250"/>
                  </a:lnTo>
                  <a:close/>
                  <a:moveTo>
                    <a:pt x="320625" y="112500"/>
                  </a:moveTo>
                  <a:cubicBezTo>
                    <a:pt x="323732" y="112500"/>
                    <a:pt x="326250" y="115018"/>
                    <a:pt x="326250" y="118125"/>
                  </a:cubicBezTo>
                  <a:lnTo>
                    <a:pt x="326250" y="174375"/>
                  </a:lnTo>
                  <a:cubicBezTo>
                    <a:pt x="326250" y="177482"/>
                    <a:pt x="323732" y="180000"/>
                    <a:pt x="320625" y="180000"/>
                  </a:cubicBezTo>
                  <a:lnTo>
                    <a:pt x="16875" y="180000"/>
                  </a:lnTo>
                  <a:cubicBezTo>
                    <a:pt x="13768" y="180000"/>
                    <a:pt x="11250" y="177482"/>
                    <a:pt x="11250" y="174375"/>
                  </a:cubicBezTo>
                  <a:lnTo>
                    <a:pt x="11250" y="118125"/>
                  </a:lnTo>
                  <a:cubicBezTo>
                    <a:pt x="11250" y="115018"/>
                    <a:pt x="13768" y="112500"/>
                    <a:pt x="16875" y="112500"/>
                  </a:cubicBezTo>
                  <a:close/>
                  <a:moveTo>
                    <a:pt x="298125" y="101250"/>
                  </a:moveTo>
                  <a:lnTo>
                    <a:pt x="39375" y="101250"/>
                  </a:lnTo>
                  <a:lnTo>
                    <a:pt x="39375" y="90000"/>
                  </a:lnTo>
                  <a:lnTo>
                    <a:pt x="298125" y="90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4ADA8217-E380-5ADB-6DC4-08FC2FB7A07F}"/>
                </a:ext>
              </a:extLst>
            </p:cNvPr>
            <p:cNvSpPr/>
            <p:nvPr/>
          </p:nvSpPr>
          <p:spPr>
            <a:xfrm>
              <a:off x="977956" y="40834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160235CE-BC9D-12FF-C207-B3517807AC42}"/>
                </a:ext>
              </a:extLst>
            </p:cNvPr>
            <p:cNvSpPr/>
            <p:nvPr/>
          </p:nvSpPr>
          <p:spPr>
            <a:xfrm>
              <a:off x="1000456" y="40834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D5AF8AB0-6FB7-8B2B-B3BF-BB9496251AD5}"/>
                </a:ext>
              </a:extLst>
            </p:cNvPr>
            <p:cNvSpPr/>
            <p:nvPr/>
          </p:nvSpPr>
          <p:spPr>
            <a:xfrm>
              <a:off x="1022956" y="40834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B5610FF3-B886-A9EE-2AD6-5EC4B2D6237F}"/>
                </a:ext>
              </a:extLst>
            </p:cNvPr>
            <p:cNvSpPr/>
            <p:nvPr/>
          </p:nvSpPr>
          <p:spPr>
            <a:xfrm>
              <a:off x="1045456" y="40834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06AF9918-3812-14A9-66BD-91AC999C3F58}"/>
                </a:ext>
              </a:extLst>
            </p:cNvPr>
            <p:cNvSpPr/>
            <p:nvPr/>
          </p:nvSpPr>
          <p:spPr>
            <a:xfrm>
              <a:off x="1067956" y="40834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E962153C-4A27-C67A-24A9-AA74CE08C7A0}"/>
                </a:ext>
              </a:extLst>
            </p:cNvPr>
            <p:cNvSpPr/>
            <p:nvPr/>
          </p:nvSpPr>
          <p:spPr>
            <a:xfrm>
              <a:off x="1090456" y="40834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AC43D705-341C-3894-048B-8EFC34C144EB}"/>
                </a:ext>
              </a:extLst>
            </p:cNvPr>
            <p:cNvSpPr/>
            <p:nvPr/>
          </p:nvSpPr>
          <p:spPr>
            <a:xfrm>
              <a:off x="1225456" y="4089115"/>
              <a:ext cx="33750" cy="33750"/>
            </a:xfrm>
            <a:custGeom>
              <a:avLst/>
              <a:gdLst>
                <a:gd name="connsiteX0" fmla="*/ 33750 w 33750"/>
                <a:gd name="connsiteY0" fmla="*/ 16875 h 33750"/>
                <a:gd name="connsiteX1" fmla="*/ 16875 w 33750"/>
                <a:gd name="connsiteY1" fmla="*/ 0 h 33750"/>
                <a:gd name="connsiteX2" fmla="*/ 0 w 33750"/>
                <a:gd name="connsiteY2" fmla="*/ 16875 h 33750"/>
                <a:gd name="connsiteX3" fmla="*/ 16875 w 33750"/>
                <a:gd name="connsiteY3" fmla="*/ 33750 h 33750"/>
                <a:gd name="connsiteX4" fmla="*/ 33750 w 33750"/>
                <a:gd name="connsiteY4" fmla="*/ 16875 h 33750"/>
                <a:gd name="connsiteX5" fmla="*/ 16875 w 33750"/>
                <a:gd name="connsiteY5" fmla="*/ 22500 h 33750"/>
                <a:gd name="connsiteX6" fmla="*/ 11250 w 33750"/>
                <a:gd name="connsiteY6" fmla="*/ 16875 h 33750"/>
                <a:gd name="connsiteX7" fmla="*/ 16875 w 33750"/>
                <a:gd name="connsiteY7" fmla="*/ 11250 h 33750"/>
                <a:gd name="connsiteX8" fmla="*/ 22500 w 33750"/>
                <a:gd name="connsiteY8" fmla="*/ 16875 h 33750"/>
                <a:gd name="connsiteX9" fmla="*/ 16875 w 33750"/>
                <a:gd name="connsiteY9" fmla="*/ 2250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33750" y="16875"/>
                  </a:move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ubicBezTo>
                    <a:pt x="26195" y="33750"/>
                    <a:pt x="33750" y="26195"/>
                    <a:pt x="33750" y="16875"/>
                  </a:cubicBezTo>
                  <a:close/>
                  <a:moveTo>
                    <a:pt x="16875" y="22500"/>
                  </a:move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4" name="Forme libre : forme 53">
              <a:extLst>
                <a:ext uri="{FF2B5EF4-FFF2-40B4-BE49-F238E27FC236}">
                  <a16:creationId xmlns:a16="http://schemas.microsoft.com/office/drawing/2014/main" id="{83A1504E-BB2A-A924-BB09-3EBB0344E3BA}"/>
                </a:ext>
              </a:extLst>
            </p:cNvPr>
            <p:cNvSpPr/>
            <p:nvPr/>
          </p:nvSpPr>
          <p:spPr>
            <a:xfrm>
              <a:off x="1180456" y="4089115"/>
              <a:ext cx="33750" cy="33750"/>
            </a:xfrm>
            <a:custGeom>
              <a:avLst/>
              <a:gdLst>
                <a:gd name="connsiteX0" fmla="*/ 16875 w 33750"/>
                <a:gd name="connsiteY0" fmla="*/ 0 h 33750"/>
                <a:gd name="connsiteX1" fmla="*/ 0 w 33750"/>
                <a:gd name="connsiteY1" fmla="*/ 16875 h 33750"/>
                <a:gd name="connsiteX2" fmla="*/ 16875 w 33750"/>
                <a:gd name="connsiteY2" fmla="*/ 33750 h 33750"/>
                <a:gd name="connsiteX3" fmla="*/ 33750 w 33750"/>
                <a:gd name="connsiteY3" fmla="*/ 16875 h 33750"/>
                <a:gd name="connsiteX4" fmla="*/ 16875 w 33750"/>
                <a:gd name="connsiteY4" fmla="*/ 0 h 33750"/>
                <a:gd name="connsiteX5" fmla="*/ 16875 w 33750"/>
                <a:gd name="connsiteY5" fmla="*/ 22500 h 33750"/>
                <a:gd name="connsiteX6" fmla="*/ 11250 w 33750"/>
                <a:gd name="connsiteY6" fmla="*/ 16875 h 33750"/>
                <a:gd name="connsiteX7" fmla="*/ 16875 w 33750"/>
                <a:gd name="connsiteY7" fmla="*/ 11250 h 33750"/>
                <a:gd name="connsiteX8" fmla="*/ 22500 w 33750"/>
                <a:gd name="connsiteY8" fmla="*/ 16875 h 33750"/>
                <a:gd name="connsiteX9" fmla="*/ 16875 w 33750"/>
                <a:gd name="connsiteY9" fmla="*/ 2250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0"/>
                  </a:move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lose/>
                  <a:moveTo>
                    <a:pt x="16875" y="22500"/>
                  </a:move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3E38CE07-A9E7-C4E7-B1C7-2CF1280B5A47}"/>
                </a:ext>
              </a:extLst>
            </p:cNvPr>
            <p:cNvSpPr/>
            <p:nvPr/>
          </p:nvSpPr>
          <p:spPr>
            <a:xfrm>
              <a:off x="1135456" y="4089115"/>
              <a:ext cx="33750" cy="33750"/>
            </a:xfrm>
            <a:custGeom>
              <a:avLst/>
              <a:gdLst>
                <a:gd name="connsiteX0" fmla="*/ 16875 w 33750"/>
                <a:gd name="connsiteY0" fmla="*/ 0 h 33750"/>
                <a:gd name="connsiteX1" fmla="*/ 0 w 33750"/>
                <a:gd name="connsiteY1" fmla="*/ 16875 h 33750"/>
                <a:gd name="connsiteX2" fmla="*/ 16875 w 33750"/>
                <a:gd name="connsiteY2" fmla="*/ 33750 h 33750"/>
                <a:gd name="connsiteX3" fmla="*/ 33750 w 33750"/>
                <a:gd name="connsiteY3" fmla="*/ 16875 h 33750"/>
                <a:gd name="connsiteX4" fmla="*/ 16875 w 33750"/>
                <a:gd name="connsiteY4" fmla="*/ 0 h 33750"/>
                <a:gd name="connsiteX5" fmla="*/ 16875 w 33750"/>
                <a:gd name="connsiteY5" fmla="*/ 22500 h 33750"/>
                <a:gd name="connsiteX6" fmla="*/ 11250 w 33750"/>
                <a:gd name="connsiteY6" fmla="*/ 16875 h 33750"/>
                <a:gd name="connsiteX7" fmla="*/ 16875 w 33750"/>
                <a:gd name="connsiteY7" fmla="*/ 11250 h 33750"/>
                <a:gd name="connsiteX8" fmla="*/ 22500 w 33750"/>
                <a:gd name="connsiteY8" fmla="*/ 16875 h 33750"/>
                <a:gd name="connsiteX9" fmla="*/ 16875 w 33750"/>
                <a:gd name="connsiteY9" fmla="*/ 2250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0"/>
                  </a:move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lose/>
                  <a:moveTo>
                    <a:pt x="16875" y="22500"/>
                  </a:move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1F44D77F-A227-DD6C-F6E5-1B8BAF98B3F0}"/>
                </a:ext>
              </a:extLst>
            </p:cNvPr>
            <p:cNvSpPr/>
            <p:nvPr/>
          </p:nvSpPr>
          <p:spPr>
            <a:xfrm>
              <a:off x="977956" y="418474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2B2FD0ED-9EB9-1559-8700-47A0F8130FE3}"/>
                </a:ext>
              </a:extLst>
            </p:cNvPr>
            <p:cNvSpPr/>
            <p:nvPr/>
          </p:nvSpPr>
          <p:spPr>
            <a:xfrm>
              <a:off x="1000456" y="418474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8" name="Forme libre : forme 57">
              <a:extLst>
                <a:ext uri="{FF2B5EF4-FFF2-40B4-BE49-F238E27FC236}">
                  <a16:creationId xmlns:a16="http://schemas.microsoft.com/office/drawing/2014/main" id="{0E4A8AC0-2803-C4A8-945F-6BAC6FD5B962}"/>
                </a:ext>
              </a:extLst>
            </p:cNvPr>
            <p:cNvSpPr/>
            <p:nvPr/>
          </p:nvSpPr>
          <p:spPr>
            <a:xfrm>
              <a:off x="1022956" y="418474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59" name="Forme libre : forme 58">
              <a:extLst>
                <a:ext uri="{FF2B5EF4-FFF2-40B4-BE49-F238E27FC236}">
                  <a16:creationId xmlns:a16="http://schemas.microsoft.com/office/drawing/2014/main" id="{EFD8D04D-148B-0028-92FB-02705A4BDF9C}"/>
                </a:ext>
              </a:extLst>
            </p:cNvPr>
            <p:cNvSpPr/>
            <p:nvPr/>
          </p:nvSpPr>
          <p:spPr>
            <a:xfrm>
              <a:off x="1045456" y="418474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60" name="Forme libre : forme 59">
              <a:extLst>
                <a:ext uri="{FF2B5EF4-FFF2-40B4-BE49-F238E27FC236}">
                  <a16:creationId xmlns:a16="http://schemas.microsoft.com/office/drawing/2014/main" id="{16AD74EA-BED1-6F24-677A-8599C86F86B1}"/>
                </a:ext>
              </a:extLst>
            </p:cNvPr>
            <p:cNvSpPr/>
            <p:nvPr/>
          </p:nvSpPr>
          <p:spPr>
            <a:xfrm>
              <a:off x="1067956" y="418474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61" name="Forme libre : forme 60">
              <a:extLst>
                <a:ext uri="{FF2B5EF4-FFF2-40B4-BE49-F238E27FC236}">
                  <a16:creationId xmlns:a16="http://schemas.microsoft.com/office/drawing/2014/main" id="{CD10336D-82C5-C984-9117-A367DD52C678}"/>
                </a:ext>
              </a:extLst>
            </p:cNvPr>
            <p:cNvSpPr/>
            <p:nvPr/>
          </p:nvSpPr>
          <p:spPr>
            <a:xfrm>
              <a:off x="1090456" y="418474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A7B30BF0-D13E-88AB-E13C-36FD7BB7280C}"/>
                </a:ext>
              </a:extLst>
            </p:cNvPr>
            <p:cNvSpPr/>
            <p:nvPr/>
          </p:nvSpPr>
          <p:spPr>
            <a:xfrm>
              <a:off x="1225456" y="4190365"/>
              <a:ext cx="33750" cy="33750"/>
            </a:xfrm>
            <a:custGeom>
              <a:avLst/>
              <a:gdLst>
                <a:gd name="connsiteX0" fmla="*/ 16875 w 33750"/>
                <a:gd name="connsiteY0" fmla="*/ 33750 h 33750"/>
                <a:gd name="connsiteX1" fmla="*/ 33750 w 33750"/>
                <a:gd name="connsiteY1" fmla="*/ 16875 h 33750"/>
                <a:gd name="connsiteX2" fmla="*/ 16875 w 33750"/>
                <a:gd name="connsiteY2" fmla="*/ 0 h 33750"/>
                <a:gd name="connsiteX3" fmla="*/ 0 w 33750"/>
                <a:gd name="connsiteY3" fmla="*/ 16875 h 33750"/>
                <a:gd name="connsiteX4" fmla="*/ 16875 w 33750"/>
                <a:gd name="connsiteY4" fmla="*/ 33750 h 33750"/>
                <a:gd name="connsiteX5" fmla="*/ 16875 w 33750"/>
                <a:gd name="connsiteY5" fmla="*/ 11250 h 33750"/>
                <a:gd name="connsiteX6" fmla="*/ 22500 w 33750"/>
                <a:gd name="connsiteY6" fmla="*/ 16875 h 33750"/>
                <a:gd name="connsiteX7" fmla="*/ 16875 w 33750"/>
                <a:gd name="connsiteY7" fmla="*/ 22500 h 33750"/>
                <a:gd name="connsiteX8" fmla="*/ 11250 w 33750"/>
                <a:gd name="connsiteY8" fmla="*/ 16875 h 33750"/>
                <a:gd name="connsiteX9" fmla="*/ 16875 w 33750"/>
                <a:gd name="connsiteY9" fmla="*/ 1125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33750"/>
                  </a:move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lose/>
                  <a:moveTo>
                    <a:pt x="16875" y="11250"/>
                  </a:move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63" name="Forme libre : forme 62">
              <a:extLst>
                <a:ext uri="{FF2B5EF4-FFF2-40B4-BE49-F238E27FC236}">
                  <a16:creationId xmlns:a16="http://schemas.microsoft.com/office/drawing/2014/main" id="{3DADE26C-505A-2C6F-B6E9-81554D762BA8}"/>
                </a:ext>
              </a:extLst>
            </p:cNvPr>
            <p:cNvSpPr/>
            <p:nvPr/>
          </p:nvSpPr>
          <p:spPr>
            <a:xfrm>
              <a:off x="1180456" y="4190365"/>
              <a:ext cx="33750" cy="33750"/>
            </a:xfrm>
            <a:custGeom>
              <a:avLst/>
              <a:gdLst>
                <a:gd name="connsiteX0" fmla="*/ 16875 w 33750"/>
                <a:gd name="connsiteY0" fmla="*/ 33750 h 33750"/>
                <a:gd name="connsiteX1" fmla="*/ 33750 w 33750"/>
                <a:gd name="connsiteY1" fmla="*/ 16875 h 33750"/>
                <a:gd name="connsiteX2" fmla="*/ 16875 w 33750"/>
                <a:gd name="connsiteY2" fmla="*/ 0 h 33750"/>
                <a:gd name="connsiteX3" fmla="*/ 0 w 33750"/>
                <a:gd name="connsiteY3" fmla="*/ 16875 h 33750"/>
                <a:gd name="connsiteX4" fmla="*/ 16875 w 33750"/>
                <a:gd name="connsiteY4" fmla="*/ 33750 h 33750"/>
                <a:gd name="connsiteX5" fmla="*/ 16875 w 33750"/>
                <a:gd name="connsiteY5" fmla="*/ 11250 h 33750"/>
                <a:gd name="connsiteX6" fmla="*/ 22500 w 33750"/>
                <a:gd name="connsiteY6" fmla="*/ 16875 h 33750"/>
                <a:gd name="connsiteX7" fmla="*/ 16875 w 33750"/>
                <a:gd name="connsiteY7" fmla="*/ 22500 h 33750"/>
                <a:gd name="connsiteX8" fmla="*/ 11250 w 33750"/>
                <a:gd name="connsiteY8" fmla="*/ 16875 h 33750"/>
                <a:gd name="connsiteX9" fmla="*/ 16875 w 33750"/>
                <a:gd name="connsiteY9" fmla="*/ 1125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33750"/>
                  </a:move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lose/>
                  <a:moveTo>
                    <a:pt x="16875" y="11250"/>
                  </a:move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24" name="Forme libre : forme 1023">
              <a:extLst>
                <a:ext uri="{FF2B5EF4-FFF2-40B4-BE49-F238E27FC236}">
                  <a16:creationId xmlns:a16="http://schemas.microsoft.com/office/drawing/2014/main" id="{EDA2A7C4-5942-B510-CD00-0DED1F88E033}"/>
                </a:ext>
              </a:extLst>
            </p:cNvPr>
            <p:cNvSpPr/>
            <p:nvPr/>
          </p:nvSpPr>
          <p:spPr>
            <a:xfrm>
              <a:off x="1135456" y="4190365"/>
              <a:ext cx="33750" cy="33750"/>
            </a:xfrm>
            <a:custGeom>
              <a:avLst/>
              <a:gdLst>
                <a:gd name="connsiteX0" fmla="*/ 16875 w 33750"/>
                <a:gd name="connsiteY0" fmla="*/ 33750 h 33750"/>
                <a:gd name="connsiteX1" fmla="*/ 33750 w 33750"/>
                <a:gd name="connsiteY1" fmla="*/ 16875 h 33750"/>
                <a:gd name="connsiteX2" fmla="*/ 16875 w 33750"/>
                <a:gd name="connsiteY2" fmla="*/ 0 h 33750"/>
                <a:gd name="connsiteX3" fmla="*/ 0 w 33750"/>
                <a:gd name="connsiteY3" fmla="*/ 16875 h 33750"/>
                <a:gd name="connsiteX4" fmla="*/ 16875 w 33750"/>
                <a:gd name="connsiteY4" fmla="*/ 33750 h 33750"/>
                <a:gd name="connsiteX5" fmla="*/ 16875 w 33750"/>
                <a:gd name="connsiteY5" fmla="*/ 11250 h 33750"/>
                <a:gd name="connsiteX6" fmla="*/ 22500 w 33750"/>
                <a:gd name="connsiteY6" fmla="*/ 16875 h 33750"/>
                <a:gd name="connsiteX7" fmla="*/ 16875 w 33750"/>
                <a:gd name="connsiteY7" fmla="*/ 22500 h 33750"/>
                <a:gd name="connsiteX8" fmla="*/ 11250 w 33750"/>
                <a:gd name="connsiteY8" fmla="*/ 16875 h 33750"/>
                <a:gd name="connsiteX9" fmla="*/ 16875 w 33750"/>
                <a:gd name="connsiteY9" fmla="*/ 1125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33750"/>
                  </a:move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lose/>
                  <a:moveTo>
                    <a:pt x="16875" y="11250"/>
                  </a:move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25" name="Forme libre : forme 1024">
              <a:extLst>
                <a:ext uri="{FF2B5EF4-FFF2-40B4-BE49-F238E27FC236}">
                  <a16:creationId xmlns:a16="http://schemas.microsoft.com/office/drawing/2014/main" id="{F767BE66-FB9B-B6F2-DD9E-66BD1860CA98}"/>
                </a:ext>
              </a:extLst>
            </p:cNvPr>
            <p:cNvSpPr/>
            <p:nvPr/>
          </p:nvSpPr>
          <p:spPr>
            <a:xfrm>
              <a:off x="977956" y="42859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27" name="Forme libre : forme 1026">
              <a:extLst>
                <a:ext uri="{FF2B5EF4-FFF2-40B4-BE49-F238E27FC236}">
                  <a16:creationId xmlns:a16="http://schemas.microsoft.com/office/drawing/2014/main" id="{163A0DEB-3B3F-A1E8-2531-0D7EA9F0CDA7}"/>
                </a:ext>
              </a:extLst>
            </p:cNvPr>
            <p:cNvSpPr/>
            <p:nvPr/>
          </p:nvSpPr>
          <p:spPr>
            <a:xfrm>
              <a:off x="1000456" y="42859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29" name="Forme libre : forme 1028">
              <a:extLst>
                <a:ext uri="{FF2B5EF4-FFF2-40B4-BE49-F238E27FC236}">
                  <a16:creationId xmlns:a16="http://schemas.microsoft.com/office/drawing/2014/main" id="{DE5EC0A8-DE86-5F98-2244-8666961B54EA}"/>
                </a:ext>
              </a:extLst>
            </p:cNvPr>
            <p:cNvSpPr/>
            <p:nvPr/>
          </p:nvSpPr>
          <p:spPr>
            <a:xfrm>
              <a:off x="1022956" y="42859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30" name="Forme libre : forme 1029">
              <a:extLst>
                <a:ext uri="{FF2B5EF4-FFF2-40B4-BE49-F238E27FC236}">
                  <a16:creationId xmlns:a16="http://schemas.microsoft.com/office/drawing/2014/main" id="{0CB8B468-9E24-F93D-3911-885F870D157E}"/>
                </a:ext>
              </a:extLst>
            </p:cNvPr>
            <p:cNvSpPr/>
            <p:nvPr/>
          </p:nvSpPr>
          <p:spPr>
            <a:xfrm>
              <a:off x="1045456" y="42859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31" name="Forme libre : forme 1030">
              <a:extLst>
                <a:ext uri="{FF2B5EF4-FFF2-40B4-BE49-F238E27FC236}">
                  <a16:creationId xmlns:a16="http://schemas.microsoft.com/office/drawing/2014/main" id="{1C4656D0-B84F-D922-4BA4-0C97353284D8}"/>
                </a:ext>
              </a:extLst>
            </p:cNvPr>
            <p:cNvSpPr/>
            <p:nvPr/>
          </p:nvSpPr>
          <p:spPr>
            <a:xfrm>
              <a:off x="1067956" y="42859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32" name="Forme libre : forme 1031">
              <a:extLst>
                <a:ext uri="{FF2B5EF4-FFF2-40B4-BE49-F238E27FC236}">
                  <a16:creationId xmlns:a16="http://schemas.microsoft.com/office/drawing/2014/main" id="{1D9300B8-A3D7-86D3-42EC-A472E9E3255D}"/>
                </a:ext>
              </a:extLst>
            </p:cNvPr>
            <p:cNvSpPr/>
            <p:nvPr/>
          </p:nvSpPr>
          <p:spPr>
            <a:xfrm>
              <a:off x="1090456" y="4285990"/>
              <a:ext cx="11250" cy="45000"/>
            </a:xfrm>
            <a:custGeom>
              <a:avLst/>
              <a:gdLst>
                <a:gd name="connsiteX0" fmla="*/ 0 w 11250"/>
                <a:gd name="connsiteY0" fmla="*/ 0 h 45000"/>
                <a:gd name="connsiteX1" fmla="*/ 11250 w 11250"/>
                <a:gd name="connsiteY1" fmla="*/ 0 h 45000"/>
                <a:gd name="connsiteX2" fmla="*/ 11250 w 11250"/>
                <a:gd name="connsiteY2" fmla="*/ 45000 h 45000"/>
                <a:gd name="connsiteX3" fmla="*/ 0 w 11250"/>
                <a:gd name="connsiteY3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0" h="45000">
                  <a:moveTo>
                    <a:pt x="0" y="0"/>
                  </a:moveTo>
                  <a:lnTo>
                    <a:pt x="11250" y="0"/>
                  </a:lnTo>
                  <a:lnTo>
                    <a:pt x="11250" y="45000"/>
                  </a:lnTo>
                  <a:lnTo>
                    <a:pt x="0" y="45000"/>
                  </a:ln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33" name="Forme libre : forme 1032">
              <a:extLst>
                <a:ext uri="{FF2B5EF4-FFF2-40B4-BE49-F238E27FC236}">
                  <a16:creationId xmlns:a16="http://schemas.microsoft.com/office/drawing/2014/main" id="{A1ABE61D-3E6C-494B-B20C-072A9461E9D4}"/>
                </a:ext>
              </a:extLst>
            </p:cNvPr>
            <p:cNvSpPr/>
            <p:nvPr/>
          </p:nvSpPr>
          <p:spPr>
            <a:xfrm>
              <a:off x="1225456" y="4291615"/>
              <a:ext cx="33750" cy="33750"/>
            </a:xfrm>
            <a:custGeom>
              <a:avLst/>
              <a:gdLst>
                <a:gd name="connsiteX0" fmla="*/ 16875 w 33750"/>
                <a:gd name="connsiteY0" fmla="*/ 33750 h 33750"/>
                <a:gd name="connsiteX1" fmla="*/ 33750 w 33750"/>
                <a:gd name="connsiteY1" fmla="*/ 16875 h 33750"/>
                <a:gd name="connsiteX2" fmla="*/ 16875 w 33750"/>
                <a:gd name="connsiteY2" fmla="*/ 0 h 33750"/>
                <a:gd name="connsiteX3" fmla="*/ 0 w 33750"/>
                <a:gd name="connsiteY3" fmla="*/ 16875 h 33750"/>
                <a:gd name="connsiteX4" fmla="*/ 16875 w 33750"/>
                <a:gd name="connsiteY4" fmla="*/ 33750 h 33750"/>
                <a:gd name="connsiteX5" fmla="*/ 16875 w 33750"/>
                <a:gd name="connsiteY5" fmla="*/ 11250 h 33750"/>
                <a:gd name="connsiteX6" fmla="*/ 22500 w 33750"/>
                <a:gd name="connsiteY6" fmla="*/ 16875 h 33750"/>
                <a:gd name="connsiteX7" fmla="*/ 16875 w 33750"/>
                <a:gd name="connsiteY7" fmla="*/ 22500 h 33750"/>
                <a:gd name="connsiteX8" fmla="*/ 11250 w 33750"/>
                <a:gd name="connsiteY8" fmla="*/ 16875 h 33750"/>
                <a:gd name="connsiteX9" fmla="*/ 16875 w 33750"/>
                <a:gd name="connsiteY9" fmla="*/ 1125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33750"/>
                  </a:move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lose/>
                  <a:moveTo>
                    <a:pt x="16875" y="11250"/>
                  </a:move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34" name="Forme libre : forme 1033">
              <a:extLst>
                <a:ext uri="{FF2B5EF4-FFF2-40B4-BE49-F238E27FC236}">
                  <a16:creationId xmlns:a16="http://schemas.microsoft.com/office/drawing/2014/main" id="{0D358003-C72D-5818-0795-177D42F6EDD0}"/>
                </a:ext>
              </a:extLst>
            </p:cNvPr>
            <p:cNvSpPr/>
            <p:nvPr/>
          </p:nvSpPr>
          <p:spPr>
            <a:xfrm>
              <a:off x="1180456" y="4291615"/>
              <a:ext cx="33750" cy="33750"/>
            </a:xfrm>
            <a:custGeom>
              <a:avLst/>
              <a:gdLst>
                <a:gd name="connsiteX0" fmla="*/ 16875 w 33750"/>
                <a:gd name="connsiteY0" fmla="*/ 33750 h 33750"/>
                <a:gd name="connsiteX1" fmla="*/ 33750 w 33750"/>
                <a:gd name="connsiteY1" fmla="*/ 16875 h 33750"/>
                <a:gd name="connsiteX2" fmla="*/ 16875 w 33750"/>
                <a:gd name="connsiteY2" fmla="*/ 0 h 33750"/>
                <a:gd name="connsiteX3" fmla="*/ 0 w 33750"/>
                <a:gd name="connsiteY3" fmla="*/ 16875 h 33750"/>
                <a:gd name="connsiteX4" fmla="*/ 16875 w 33750"/>
                <a:gd name="connsiteY4" fmla="*/ 33750 h 33750"/>
                <a:gd name="connsiteX5" fmla="*/ 16875 w 33750"/>
                <a:gd name="connsiteY5" fmla="*/ 11250 h 33750"/>
                <a:gd name="connsiteX6" fmla="*/ 22500 w 33750"/>
                <a:gd name="connsiteY6" fmla="*/ 16875 h 33750"/>
                <a:gd name="connsiteX7" fmla="*/ 16875 w 33750"/>
                <a:gd name="connsiteY7" fmla="*/ 22500 h 33750"/>
                <a:gd name="connsiteX8" fmla="*/ 11250 w 33750"/>
                <a:gd name="connsiteY8" fmla="*/ 16875 h 33750"/>
                <a:gd name="connsiteX9" fmla="*/ 16875 w 33750"/>
                <a:gd name="connsiteY9" fmla="*/ 1125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33750"/>
                  </a:move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lose/>
                  <a:moveTo>
                    <a:pt x="16875" y="11250"/>
                  </a:move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  <p:sp>
          <p:nvSpPr>
            <p:cNvPr id="1035" name="Forme libre : forme 1034">
              <a:extLst>
                <a:ext uri="{FF2B5EF4-FFF2-40B4-BE49-F238E27FC236}">
                  <a16:creationId xmlns:a16="http://schemas.microsoft.com/office/drawing/2014/main" id="{E2B1C230-5217-6B23-20B9-C7A2631D9DFE}"/>
                </a:ext>
              </a:extLst>
            </p:cNvPr>
            <p:cNvSpPr/>
            <p:nvPr/>
          </p:nvSpPr>
          <p:spPr>
            <a:xfrm>
              <a:off x="1135456" y="4291615"/>
              <a:ext cx="33750" cy="33750"/>
            </a:xfrm>
            <a:custGeom>
              <a:avLst/>
              <a:gdLst>
                <a:gd name="connsiteX0" fmla="*/ 16875 w 33750"/>
                <a:gd name="connsiteY0" fmla="*/ 33750 h 33750"/>
                <a:gd name="connsiteX1" fmla="*/ 33750 w 33750"/>
                <a:gd name="connsiteY1" fmla="*/ 16875 h 33750"/>
                <a:gd name="connsiteX2" fmla="*/ 16875 w 33750"/>
                <a:gd name="connsiteY2" fmla="*/ 0 h 33750"/>
                <a:gd name="connsiteX3" fmla="*/ 0 w 33750"/>
                <a:gd name="connsiteY3" fmla="*/ 16875 h 33750"/>
                <a:gd name="connsiteX4" fmla="*/ 16875 w 33750"/>
                <a:gd name="connsiteY4" fmla="*/ 33750 h 33750"/>
                <a:gd name="connsiteX5" fmla="*/ 16875 w 33750"/>
                <a:gd name="connsiteY5" fmla="*/ 11250 h 33750"/>
                <a:gd name="connsiteX6" fmla="*/ 22500 w 33750"/>
                <a:gd name="connsiteY6" fmla="*/ 16875 h 33750"/>
                <a:gd name="connsiteX7" fmla="*/ 16875 w 33750"/>
                <a:gd name="connsiteY7" fmla="*/ 22500 h 33750"/>
                <a:gd name="connsiteX8" fmla="*/ 11250 w 33750"/>
                <a:gd name="connsiteY8" fmla="*/ 16875 h 33750"/>
                <a:gd name="connsiteX9" fmla="*/ 16875 w 33750"/>
                <a:gd name="connsiteY9" fmla="*/ 1125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0" h="33750">
                  <a:moveTo>
                    <a:pt x="16875" y="33750"/>
                  </a:moveTo>
                  <a:cubicBezTo>
                    <a:pt x="26195" y="33750"/>
                    <a:pt x="33750" y="26195"/>
                    <a:pt x="33750" y="16875"/>
                  </a:cubicBezTo>
                  <a:cubicBezTo>
                    <a:pt x="33750" y="7555"/>
                    <a:pt x="26195" y="0"/>
                    <a:pt x="16875" y="0"/>
                  </a:cubicBezTo>
                  <a:cubicBezTo>
                    <a:pt x="7555" y="0"/>
                    <a:pt x="0" y="7555"/>
                    <a:pt x="0" y="16875"/>
                  </a:cubicBezTo>
                  <a:cubicBezTo>
                    <a:pt x="0" y="26195"/>
                    <a:pt x="7555" y="33750"/>
                    <a:pt x="16875" y="33750"/>
                  </a:cubicBezTo>
                  <a:close/>
                  <a:moveTo>
                    <a:pt x="16875" y="11250"/>
                  </a:moveTo>
                  <a:cubicBezTo>
                    <a:pt x="19982" y="11250"/>
                    <a:pt x="22500" y="13768"/>
                    <a:pt x="22500" y="16875"/>
                  </a:cubicBezTo>
                  <a:cubicBezTo>
                    <a:pt x="22500" y="19982"/>
                    <a:pt x="19982" y="22500"/>
                    <a:pt x="16875" y="22500"/>
                  </a:cubicBezTo>
                  <a:cubicBezTo>
                    <a:pt x="13768" y="22500"/>
                    <a:pt x="11250" y="19982"/>
                    <a:pt x="11250" y="16875"/>
                  </a:cubicBezTo>
                  <a:cubicBezTo>
                    <a:pt x="11250" y="13768"/>
                    <a:pt x="13768" y="11250"/>
                    <a:pt x="16875" y="11250"/>
                  </a:cubicBezTo>
                  <a:close/>
                </a:path>
              </a:pathLst>
            </a:custGeom>
            <a:solidFill>
              <a:srgbClr val="000000"/>
            </a:solidFill>
            <a:ln w="5507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/>
            </a:p>
          </p:txBody>
        </p:sp>
      </p:grpSp>
      <p:sp>
        <p:nvSpPr>
          <p:cNvPr id="1036" name="ZoneTexte 1035">
            <a:extLst>
              <a:ext uri="{FF2B5EF4-FFF2-40B4-BE49-F238E27FC236}">
                <a16:creationId xmlns:a16="http://schemas.microsoft.com/office/drawing/2014/main" id="{13387125-A8A1-E4E9-0805-4914C5C1E0ED}"/>
              </a:ext>
            </a:extLst>
          </p:cNvPr>
          <p:cNvSpPr txBox="1"/>
          <p:nvPr/>
        </p:nvSpPr>
        <p:spPr>
          <a:xfrm>
            <a:off x="10496379" y="4371682"/>
            <a:ext cx="169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bg2"/>
                </a:solidFill>
              </a:rPr>
              <a:t>FORMATEUR</a:t>
            </a:r>
          </a:p>
        </p:txBody>
      </p:sp>
      <p:sp>
        <p:nvSpPr>
          <p:cNvPr id="1037" name="ZoneTexte 1036">
            <a:extLst>
              <a:ext uri="{FF2B5EF4-FFF2-40B4-BE49-F238E27FC236}">
                <a16:creationId xmlns:a16="http://schemas.microsoft.com/office/drawing/2014/main" id="{083B0C97-5D27-8EF1-A0EF-CFC0D4070120}"/>
              </a:ext>
            </a:extLst>
          </p:cNvPr>
          <p:cNvSpPr txBox="1"/>
          <p:nvPr/>
        </p:nvSpPr>
        <p:spPr>
          <a:xfrm>
            <a:off x="11105784" y="4170128"/>
            <a:ext cx="542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>
                <a:solidFill>
                  <a:schemeClr val="bg1"/>
                </a:solidFill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4008063919"/>
      </p:ext>
    </p:extLst>
  </p:cSld>
  <p:clrMapOvr>
    <a:masterClrMapping/>
  </p:clrMapOvr>
</p:sld>
</file>

<file path=ppt/theme/theme1.xml><?xml version="1.0" encoding="utf-8"?>
<a:theme xmlns:a="http://schemas.openxmlformats.org/drawingml/2006/main" name="Berger-Levrault">
  <a:themeElements>
    <a:clrScheme name="BLueX 2023">
      <a:dk1>
        <a:srgbClr val="000000"/>
      </a:dk1>
      <a:lt1>
        <a:sysClr val="window" lastClr="FFFFFF"/>
      </a:lt1>
      <a:dk2>
        <a:srgbClr val="372E95"/>
      </a:dk2>
      <a:lt2>
        <a:srgbClr val="FFD040"/>
      </a:lt2>
      <a:accent1>
        <a:srgbClr val="372E95"/>
      </a:accent1>
      <a:accent2>
        <a:srgbClr val="FFD040"/>
      </a:accent2>
      <a:accent3>
        <a:srgbClr val="776ED2"/>
      </a:accent3>
      <a:accent4>
        <a:srgbClr val="4438B7"/>
      </a:accent4>
      <a:accent5>
        <a:srgbClr val="29226F"/>
      </a:accent5>
      <a:accent6>
        <a:srgbClr val="D1CEF0"/>
      </a:accent6>
      <a:hlink>
        <a:srgbClr val="000000"/>
      </a:hlink>
      <a:folHlink>
        <a:srgbClr val="776ED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2" id="{A4753D61-0ED3-42C8-95AA-77A5058AC77B}" vid="{C69EAD91-5DCE-4499-961B-1B3F7CF9244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Berger-Levrault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FOURCADE Arnaud</dc:creator>
  <cp:revision>1</cp:revision>
  <cp:lastPrinted>2025-10-14T13:27:59Z</cp:lastPrinted>
  <dcterms:created xsi:type="dcterms:W3CDTF">2025-10-14T13:05:56Z</dcterms:created>
  <dcterms:modified xsi:type="dcterms:W3CDTF">2025-10-28T16:21:34Z</dcterms:modified>
</cp:coreProperties>
</file>